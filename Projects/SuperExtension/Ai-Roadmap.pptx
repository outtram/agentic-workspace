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5015"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D8CABB06-5496-E9C0-29DC-C72C3898B113}" name="Outtram, Troy" initials="OT" userId="S::touttram@deloitte.com.au::505d08ba-6da5-4779-8415-fc423369062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96"/>
    <p:restoredTop sz="94654"/>
  </p:normalViewPr>
  <p:slideViewPr>
    <p:cSldViewPr snapToGrid="0">
      <p:cViewPr varScale="1">
        <p:scale>
          <a:sx n="145" d="100"/>
          <a:sy n="145" d="100"/>
        </p:scale>
        <p:origin x="2528"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13"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theme" Target="theme/theme1.xml"/><Relationship Id="rId12" Type="http://schemas.openxmlformats.org/officeDocument/2006/relationships/customXml" Target="../customXml/item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1.xml"/><Relationship Id="rId5" Type="http://schemas.openxmlformats.org/officeDocument/2006/relationships/presProps" Target="presProps.xml"/><Relationship Id="rId10" Type="http://schemas.microsoft.com/office/2018/10/relationships/authors" Target="authors.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ttram, Troy" userId="505d08ba-6da5-4779-8415-fc4233690624" providerId="ADAL" clId="{10CF55AD-CD15-5AE4-8A5F-DAAF2C8F90CF}"/>
    <pc:docChg chg="custSel modSld">
      <pc:chgData name="Outtram, Troy" userId="505d08ba-6da5-4779-8415-fc4233690624" providerId="ADAL" clId="{10CF55AD-CD15-5AE4-8A5F-DAAF2C8F90CF}" dt="2026-02-23T20:26:26.443" v="6" actId="14100"/>
      <pc:docMkLst>
        <pc:docMk/>
      </pc:docMkLst>
      <pc:sldChg chg="modSp mod modNotesTx">
        <pc:chgData name="Outtram, Troy" userId="505d08ba-6da5-4779-8415-fc4233690624" providerId="ADAL" clId="{10CF55AD-CD15-5AE4-8A5F-DAAF2C8F90CF}" dt="2026-02-23T20:26:26.443" v="6" actId="14100"/>
        <pc:sldMkLst>
          <pc:docMk/>
          <pc:sldMk cId="1275599210" sldId="5015"/>
        </pc:sldMkLst>
        <pc:spChg chg="mod">
          <ac:chgData name="Outtram, Troy" userId="505d08ba-6da5-4779-8415-fc4233690624" providerId="ADAL" clId="{10CF55AD-CD15-5AE4-8A5F-DAAF2C8F90CF}" dt="2026-02-23T20:26:05.169" v="4" actId="1076"/>
          <ac:spMkLst>
            <pc:docMk/>
            <pc:sldMk cId="1275599210" sldId="5015"/>
            <ac:spMk id="5" creationId="{DA20D3D3-1454-F138-FA7A-ADFDF0244F93}"/>
          </ac:spMkLst>
        </pc:spChg>
        <pc:grpChg chg="mod">
          <ac:chgData name="Outtram, Troy" userId="505d08ba-6da5-4779-8415-fc4233690624" providerId="ADAL" clId="{10CF55AD-CD15-5AE4-8A5F-DAAF2C8F90CF}" dt="2026-02-23T20:26:26.443" v="6" actId="14100"/>
          <ac:grpSpMkLst>
            <pc:docMk/>
            <pc:sldMk cId="1275599210" sldId="5015"/>
            <ac:grpSpMk id="22" creationId="{7AF13C31-9BE0-7C23-8928-EC9C8CB9A6EB}"/>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CFA0F0-0494-F943-A9B1-FFF021A4FB28}" type="datetimeFigureOut">
              <a:rPr lang="en-US" smtClean="0"/>
              <a:t>2/24/26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4CB4C6-8BDA-0F4C-BB52-D6BA265E3EB6}" type="slidenum">
              <a:rPr lang="en-US" smtClean="0"/>
              <a:t>‹#›</a:t>
            </a:fld>
            <a:endParaRPr lang="en-US"/>
          </a:p>
        </p:txBody>
      </p:sp>
    </p:spTree>
    <p:extLst>
      <p:ext uri="{BB962C8B-B14F-4D97-AF65-F5344CB8AC3E}">
        <p14:creationId xmlns:p14="http://schemas.microsoft.com/office/powerpoint/2010/main" val="505524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4AF5226-B515-4254-8C42-730E5A3C255D}" type="slidenum">
              <a:rPr lang="en-AU" smtClean="0"/>
              <a:t>2</a:t>
            </a:fld>
            <a:endParaRPr lang="en-AU"/>
          </a:p>
        </p:txBody>
      </p:sp>
    </p:spTree>
    <p:extLst>
      <p:ext uri="{BB962C8B-B14F-4D97-AF65-F5344CB8AC3E}">
        <p14:creationId xmlns:p14="http://schemas.microsoft.com/office/powerpoint/2010/main" val="4247406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611A-8DB3-F60B-CEA6-3353486A28A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0C8F470-37F4-1A8E-52DE-19C978AC7D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97D1DA9-B679-52BA-D176-1BBFFA06EFC0}"/>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5" name="Footer Placeholder 4">
            <a:extLst>
              <a:ext uri="{FF2B5EF4-FFF2-40B4-BE49-F238E27FC236}">
                <a16:creationId xmlns:a16="http://schemas.microsoft.com/office/drawing/2014/main" id="{2158E2D0-FDC0-E051-60DF-5D7D43C24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0203C-FFAE-4D3A-FF34-F07F5C9974C5}"/>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391687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60D10-D329-29CD-BFA9-EDBA9C4DBBB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D3FABA3-AB19-BCBB-008B-1A041147A1C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020E8C-949A-5731-B096-4AE46CA9F4DA}"/>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5" name="Footer Placeholder 4">
            <a:extLst>
              <a:ext uri="{FF2B5EF4-FFF2-40B4-BE49-F238E27FC236}">
                <a16:creationId xmlns:a16="http://schemas.microsoft.com/office/drawing/2014/main" id="{444CF795-86E2-4345-8276-FF3765441F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924AA-1864-139F-3B7C-4D742C384468}"/>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188253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0921E-AFE2-028E-3807-C1018ADFC99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5C5DA06-7DAF-F4E2-8C00-FAFAF9AFC8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D9FAD62-B553-7750-FA09-00325858ED1D}"/>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5" name="Footer Placeholder 4">
            <a:extLst>
              <a:ext uri="{FF2B5EF4-FFF2-40B4-BE49-F238E27FC236}">
                <a16:creationId xmlns:a16="http://schemas.microsoft.com/office/drawing/2014/main" id="{E87761E9-2C2E-66C2-255F-34A9A484BE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29F8E-3473-2EBA-9878-09019435AA8A}"/>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649059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90B8E-22B3-9364-D4E7-5E9CC2C2C51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D9E9204-D58C-EC4B-17CD-45BD2CFC6D5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1F65F61-A251-F0C0-C6CA-E9CE739DD39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02A8167-F688-38AB-8108-9D522840E0ED}"/>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6" name="Footer Placeholder 5">
            <a:extLst>
              <a:ext uri="{FF2B5EF4-FFF2-40B4-BE49-F238E27FC236}">
                <a16:creationId xmlns:a16="http://schemas.microsoft.com/office/drawing/2014/main" id="{037D0704-EE4A-1203-73FF-698B286CD0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18DAE6-1619-0EEC-82CD-79139525FCA2}"/>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2620805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4C52-B3E8-FEE3-CB77-A19564C09B6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4069D84-4C0B-392B-0A8F-DD453CBB55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18C229-AAB8-AF9C-4184-67A3C5C4614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1ACE898-955E-EE1D-B364-651EDC3F4B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23C547F-129F-A5CA-8892-8F4AA9727CD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687799-2607-6485-A7AB-6283BF6932EC}"/>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8" name="Footer Placeholder 7">
            <a:extLst>
              <a:ext uri="{FF2B5EF4-FFF2-40B4-BE49-F238E27FC236}">
                <a16:creationId xmlns:a16="http://schemas.microsoft.com/office/drawing/2014/main" id="{E2696D4B-9CB0-3AB3-054F-6F9A793BA0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5931C2-039E-3A64-4CFD-8FB1216096C9}"/>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44063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7F715-4CB0-C81D-80C6-E54A917ABA7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061296E-539B-AAB7-74CB-CB68D9379A91}"/>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4" name="Footer Placeholder 3">
            <a:extLst>
              <a:ext uri="{FF2B5EF4-FFF2-40B4-BE49-F238E27FC236}">
                <a16:creationId xmlns:a16="http://schemas.microsoft.com/office/drawing/2014/main" id="{B6D04775-72D2-5170-E82A-2AA6D586D2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447E7C-1881-C316-201D-ACA0C79E652D}"/>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3865021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54B5F2-DB98-CB42-D6F9-6D3BF0D5911F}"/>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3" name="Footer Placeholder 2">
            <a:extLst>
              <a:ext uri="{FF2B5EF4-FFF2-40B4-BE49-F238E27FC236}">
                <a16:creationId xmlns:a16="http://schemas.microsoft.com/office/drawing/2014/main" id="{0316A5B8-0D4F-1AE1-B3D4-190325C883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DE9FD6-C6EA-D33A-3A2C-E18215A7C583}"/>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1793296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2DF89-1AD0-C66C-245D-19DB7B15073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203C9E4-9959-36E4-5BB4-7F03BAC178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D044CAC-54A3-EE75-6CB9-96FA4D7AD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4929A3-89E3-7585-AFC2-956C2FF8AC72}"/>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6" name="Footer Placeholder 5">
            <a:extLst>
              <a:ext uri="{FF2B5EF4-FFF2-40B4-BE49-F238E27FC236}">
                <a16:creationId xmlns:a16="http://schemas.microsoft.com/office/drawing/2014/main" id="{B8621894-DBF2-2B06-4EC6-983729FC03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938298-5001-532C-5475-CDE4B89C0EB5}"/>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4216157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3E1A9-A235-BF98-FB26-BA1ADBC270A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725AD00-836C-98B1-CD95-4236749821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B852AD-1697-796A-1B89-380D62AD3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0474E5-FB52-9D25-4419-24DAE3CF6785}"/>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6" name="Footer Placeholder 5">
            <a:extLst>
              <a:ext uri="{FF2B5EF4-FFF2-40B4-BE49-F238E27FC236}">
                <a16:creationId xmlns:a16="http://schemas.microsoft.com/office/drawing/2014/main" id="{74D657E6-CCD0-F57B-AA63-2BF706874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0DC3B-9A11-4E1B-9D3C-50C6BA79AF94}"/>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1218845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4145-75FC-7B57-32D3-925D8B55B3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4480AA4-791D-C38A-5F0A-91C27920596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955277-3406-71AD-53AA-4864CD9517D0}"/>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5" name="Footer Placeholder 4">
            <a:extLst>
              <a:ext uri="{FF2B5EF4-FFF2-40B4-BE49-F238E27FC236}">
                <a16:creationId xmlns:a16="http://schemas.microsoft.com/office/drawing/2014/main" id="{5AEE8012-CD89-3D31-665E-EF1D1597D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E9F75-06FA-AF8E-815A-3051B148EF57}"/>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1282893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15DEFB-D746-8B38-90D8-0BDCB539A52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E128134-F69F-F6F4-294C-033011B3F98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893097B-A534-E6D6-88D2-1F57A5EDBB11}"/>
              </a:ext>
            </a:extLst>
          </p:cNvPr>
          <p:cNvSpPr>
            <a:spLocks noGrp="1"/>
          </p:cNvSpPr>
          <p:nvPr>
            <p:ph type="dt" sz="half" idx="10"/>
          </p:nvPr>
        </p:nvSpPr>
        <p:spPr/>
        <p:txBody>
          <a:bodyPr/>
          <a:lstStyle/>
          <a:p>
            <a:fld id="{1B94549C-657D-C741-A4BC-B0C028B9EC7B}" type="datetimeFigureOut">
              <a:rPr lang="en-US" smtClean="0"/>
              <a:t>2/24/26</a:t>
            </a:fld>
            <a:endParaRPr lang="en-US"/>
          </a:p>
        </p:txBody>
      </p:sp>
      <p:sp>
        <p:nvSpPr>
          <p:cNvPr id="5" name="Footer Placeholder 4">
            <a:extLst>
              <a:ext uri="{FF2B5EF4-FFF2-40B4-BE49-F238E27FC236}">
                <a16:creationId xmlns:a16="http://schemas.microsoft.com/office/drawing/2014/main" id="{71CCCB41-33F3-7FAE-683A-9540DD3F91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22143D-F17D-93DC-E3F8-A1170C3DC4F7}"/>
              </a:ext>
            </a:extLst>
          </p:cNvPr>
          <p:cNvSpPr>
            <a:spLocks noGrp="1"/>
          </p:cNvSpPr>
          <p:nvPr>
            <p:ph type="sldNum" sz="quarter" idx="12"/>
          </p:nvPr>
        </p:nvSpPr>
        <p:spPr/>
        <p:txBody>
          <a:bodyPr/>
          <a:lstStyle/>
          <a:p>
            <a:fld id="{76CB7DC3-CC0C-6143-B6BA-60AC49E264D5}" type="slidenum">
              <a:rPr lang="en-US" smtClean="0"/>
              <a:t>‹#›</a:t>
            </a:fld>
            <a:endParaRPr lang="en-US"/>
          </a:p>
        </p:txBody>
      </p:sp>
    </p:spTree>
    <p:extLst>
      <p:ext uri="{BB962C8B-B14F-4D97-AF65-F5344CB8AC3E}">
        <p14:creationId xmlns:p14="http://schemas.microsoft.com/office/powerpoint/2010/main" val="3601248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6D3FFCF-A1A1-43A2-81F3-C9C4C1BFFC61}"/>
              </a:ext>
            </a:extLst>
          </p:cNvPr>
          <p:cNvSpPr>
            <a:spLocks noGrp="1"/>
          </p:cNvSpPr>
          <p:nvPr>
            <p:ph type="dt" sz="half" idx="10"/>
          </p:nvPr>
        </p:nvSpPr>
        <p:spPr/>
        <p:txBody>
          <a:bodyPr/>
          <a:lstStyle/>
          <a:p>
            <a:fld id="{8E4FAFF4-F015-4639-985C-9D4A6E7F6CB8}" type="datetime3">
              <a:rPr lang="en-US" smtClean="0"/>
              <a:t>23 February 2026</a:t>
            </a:fld>
            <a:endParaRPr lang="en-AU"/>
          </a:p>
        </p:txBody>
      </p:sp>
      <p:sp>
        <p:nvSpPr>
          <p:cNvPr id="5" name="Footer Placeholder 4">
            <a:extLst>
              <a:ext uri="{FF2B5EF4-FFF2-40B4-BE49-F238E27FC236}">
                <a16:creationId xmlns:a16="http://schemas.microsoft.com/office/drawing/2014/main" id="{4025BBBF-3EA8-4683-8BBB-67CE67CD5B87}"/>
              </a:ext>
            </a:extLst>
          </p:cNvPr>
          <p:cNvSpPr>
            <a:spLocks noGrp="1"/>
          </p:cNvSpPr>
          <p:nvPr>
            <p:ph type="ftr" sz="quarter" idx="11"/>
          </p:nvPr>
        </p:nvSpPr>
        <p:spPr/>
        <p:txBody>
          <a:bodyPr/>
          <a:lstStyle/>
          <a:p>
            <a:r>
              <a:rPr lang="en-AU"/>
              <a:t>Presentation footer text.</a:t>
            </a:r>
          </a:p>
        </p:txBody>
      </p:sp>
      <p:sp>
        <p:nvSpPr>
          <p:cNvPr id="6" name="Slide Number Placeholder 5">
            <a:extLst>
              <a:ext uri="{FF2B5EF4-FFF2-40B4-BE49-F238E27FC236}">
                <a16:creationId xmlns:a16="http://schemas.microsoft.com/office/drawing/2014/main" id="{F9C8C05A-7EE3-4087-B61A-5BFA0E087F4D}"/>
              </a:ext>
            </a:extLst>
          </p:cNvPr>
          <p:cNvSpPr>
            <a:spLocks noGrp="1"/>
          </p:cNvSpPr>
          <p:nvPr>
            <p:ph type="sldNum" sz="quarter" idx="12"/>
          </p:nvPr>
        </p:nvSpPr>
        <p:spPr/>
        <p:txBody>
          <a:bodyPr/>
          <a:lstStyle/>
          <a:p>
            <a:fld id="{8594ED25-1C7F-44B2-B909-0C55F87B54AA}" type="slidenum">
              <a:rPr lang="en-AU" smtClean="0"/>
              <a:t>‹#›</a:t>
            </a:fld>
            <a:endParaRPr lang="en-AU"/>
          </a:p>
        </p:txBody>
      </p:sp>
      <p:sp>
        <p:nvSpPr>
          <p:cNvPr id="12" name="Text Placeholder 11">
            <a:extLst>
              <a:ext uri="{FF2B5EF4-FFF2-40B4-BE49-F238E27FC236}">
                <a16:creationId xmlns:a16="http://schemas.microsoft.com/office/drawing/2014/main" id="{8E239B02-DCB2-443D-9E12-FF97BF6E953C}"/>
              </a:ext>
            </a:extLst>
          </p:cNvPr>
          <p:cNvSpPr>
            <a:spLocks noGrp="1"/>
          </p:cNvSpPr>
          <p:nvPr>
            <p:ph type="body" sz="quarter" idx="13"/>
          </p:nvPr>
        </p:nvSpPr>
        <p:spPr>
          <a:xfrm>
            <a:off x="360363" y="895350"/>
            <a:ext cx="10515600" cy="889000"/>
          </a:xfrm>
        </p:spPr>
        <p:txBody>
          <a:bodyPr/>
          <a:lstStyle>
            <a:lvl1pPr>
              <a:defRPr sz="2000">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Content Placeholder 2">
            <a:extLst>
              <a:ext uri="{FF2B5EF4-FFF2-40B4-BE49-F238E27FC236}">
                <a16:creationId xmlns:a16="http://schemas.microsoft.com/office/drawing/2014/main" id="{6264C8E6-CD9A-4320-967C-BA7DCE5B8D04}"/>
              </a:ext>
            </a:extLst>
          </p:cNvPr>
          <p:cNvSpPr>
            <a:spLocks noGrp="1"/>
          </p:cNvSpPr>
          <p:nvPr>
            <p:ph idx="1"/>
          </p:nvPr>
        </p:nvSpPr>
        <p:spPr>
          <a:xfrm>
            <a:off x="360001" y="2038349"/>
            <a:ext cx="10515600" cy="4150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itle 1">
            <a:extLst>
              <a:ext uri="{FF2B5EF4-FFF2-40B4-BE49-F238E27FC236}">
                <a16:creationId xmlns:a16="http://schemas.microsoft.com/office/drawing/2014/main" id="{AD4BE5E6-7721-4C44-856B-FADAF24CB335}"/>
              </a:ext>
            </a:extLst>
          </p:cNvPr>
          <p:cNvSpPr>
            <a:spLocks noGrp="1"/>
          </p:cNvSpPr>
          <p:nvPr>
            <p:ph type="title"/>
          </p:nvPr>
        </p:nvSpPr>
        <p:spPr/>
        <p:txBody>
          <a:bodyPr/>
          <a:lstStyle/>
          <a:p>
            <a:r>
              <a:rPr lang="en-US"/>
              <a:t>Click to edit Master title style</a:t>
            </a:r>
            <a:endParaRPr lang="en-AU"/>
          </a:p>
        </p:txBody>
      </p:sp>
      <p:sp>
        <p:nvSpPr>
          <p:cNvPr id="8" name="Footnote Placeholder">
            <a:extLst>
              <a:ext uri="{FF2B5EF4-FFF2-40B4-BE49-F238E27FC236}">
                <a16:creationId xmlns:a16="http://schemas.microsoft.com/office/drawing/2014/main" id="{3D43F77F-CDBA-461E-893A-B365EC0700FF}"/>
              </a:ext>
            </a:extLst>
          </p:cNvPr>
          <p:cNvSpPr>
            <a:spLocks noGrp="1"/>
          </p:cNvSpPr>
          <p:nvPr>
            <p:ph type="body" sz="quarter" idx="14"/>
          </p:nvPr>
        </p:nvSpPr>
        <p:spPr>
          <a:xfrm>
            <a:off x="360363" y="6284913"/>
            <a:ext cx="6864350" cy="215900"/>
          </a:xfrm>
        </p:spPr>
        <p:txBody>
          <a:bodyPr/>
          <a:lstStyle>
            <a:lvl1pPr>
              <a:spcBef>
                <a:spcPts val="300"/>
              </a:spcBef>
              <a:spcAft>
                <a:spcPts val="300"/>
              </a:spcAft>
              <a:defRPr sz="800"/>
            </a:lvl1pPr>
            <a:lvl2pPr>
              <a:spcBef>
                <a:spcPts val="300"/>
              </a:spcBef>
              <a:spcAft>
                <a:spcPts val="300"/>
              </a:spcAft>
              <a:defRPr sz="800"/>
            </a:lvl2pPr>
            <a:lvl3pPr>
              <a:spcBef>
                <a:spcPts val="300"/>
              </a:spcBef>
              <a:spcAft>
                <a:spcPts val="300"/>
              </a:spcAft>
              <a:defRPr sz="800"/>
            </a:lvl3pPr>
            <a:lvl4pPr>
              <a:spcBef>
                <a:spcPts val="300"/>
              </a:spcBef>
              <a:spcAft>
                <a:spcPts val="300"/>
              </a:spcAft>
              <a:defRPr sz="800"/>
            </a:lvl4pPr>
            <a:lvl5pPr>
              <a:spcBef>
                <a:spcPts val="300"/>
              </a:spcBef>
              <a:spcAft>
                <a:spcPts val="300"/>
              </a:spcAft>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751846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441776-8C59-F373-2093-9EBD8C1A90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26ADA2-3E04-9278-23F7-58D2E84F38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8D1A5C-C84C-37B2-466F-83D724F104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94549C-657D-C741-A4BC-B0C028B9EC7B}" type="datetimeFigureOut">
              <a:rPr lang="en-US" smtClean="0"/>
              <a:t>2/24/26</a:t>
            </a:fld>
            <a:endParaRPr lang="en-US"/>
          </a:p>
        </p:txBody>
      </p:sp>
      <p:sp>
        <p:nvSpPr>
          <p:cNvPr id="5" name="Footer Placeholder 4">
            <a:extLst>
              <a:ext uri="{FF2B5EF4-FFF2-40B4-BE49-F238E27FC236}">
                <a16:creationId xmlns:a16="http://schemas.microsoft.com/office/drawing/2014/main" id="{DF5952D4-BB13-D2E2-280C-460B10913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0B9CC9-8A3D-522E-FD3E-57323B747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CB7DC3-CC0C-6143-B6BA-60AC49E264D5}" type="slidenum">
              <a:rPr lang="en-US" smtClean="0"/>
              <a:t>‹#›</a:t>
            </a:fld>
            <a:endParaRPr lang="en-US"/>
          </a:p>
        </p:txBody>
      </p:sp>
    </p:spTree>
    <p:extLst>
      <p:ext uri="{BB962C8B-B14F-4D97-AF65-F5344CB8AC3E}">
        <p14:creationId xmlns:p14="http://schemas.microsoft.com/office/powerpoint/2010/main" val="1797013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4C9FB-8EBD-A078-08FE-8ECD33424F6E}"/>
              </a:ext>
            </a:extLst>
          </p:cNvPr>
          <p:cNvSpPr>
            <a:spLocks noGrp="1"/>
          </p:cNvSpPr>
          <p:nvPr>
            <p:ph type="ctrTitle"/>
          </p:nvPr>
        </p:nvSpPr>
        <p:spPr/>
        <p:txBody>
          <a:bodyPr/>
          <a:lstStyle/>
          <a:p>
            <a:r>
              <a:rPr lang="en-US" dirty="0"/>
              <a:t>Ai Roadmap</a:t>
            </a:r>
          </a:p>
        </p:txBody>
      </p:sp>
      <p:sp>
        <p:nvSpPr>
          <p:cNvPr id="3" name="Subtitle 2">
            <a:extLst>
              <a:ext uri="{FF2B5EF4-FFF2-40B4-BE49-F238E27FC236}">
                <a16:creationId xmlns:a16="http://schemas.microsoft.com/office/drawing/2014/main" id="{52D40D36-F7D3-7312-22B4-86F74ADE594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58401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4F74C-A023-A393-A2CB-C6A3699F78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C34320-7B2A-E24A-4666-4A178C5440C8}"/>
              </a:ext>
            </a:extLst>
          </p:cNvPr>
          <p:cNvSpPr>
            <a:spLocks noGrp="1"/>
          </p:cNvSpPr>
          <p:nvPr>
            <p:ph type="sldNum" sz="quarter" idx="12"/>
          </p:nvPr>
        </p:nvSpPr>
        <p:spPr/>
        <p:txBody>
          <a:bodyPr/>
          <a:lstStyle/>
          <a:p>
            <a:fld id="{8594ED25-1C7F-44B2-B909-0C55F87B54AA}" type="slidenum">
              <a:rPr lang="en-AU" smtClean="0"/>
              <a:t>2</a:t>
            </a:fld>
            <a:endParaRPr lang="en-AU"/>
          </a:p>
        </p:txBody>
      </p:sp>
      <p:sp>
        <p:nvSpPr>
          <p:cNvPr id="5" name="Title 4">
            <a:extLst>
              <a:ext uri="{FF2B5EF4-FFF2-40B4-BE49-F238E27FC236}">
                <a16:creationId xmlns:a16="http://schemas.microsoft.com/office/drawing/2014/main" id="{DA20D3D3-1454-F138-FA7A-ADFDF0244F93}"/>
              </a:ext>
            </a:extLst>
          </p:cNvPr>
          <p:cNvSpPr>
            <a:spLocks noGrp="1"/>
          </p:cNvSpPr>
          <p:nvPr>
            <p:ph type="title"/>
          </p:nvPr>
        </p:nvSpPr>
        <p:spPr>
          <a:xfrm>
            <a:off x="646167" y="136525"/>
            <a:ext cx="10208695" cy="564087"/>
          </a:xfrm>
        </p:spPr>
        <p:txBody>
          <a:bodyPr>
            <a:normAutofit fontScale="90000"/>
          </a:bodyPr>
          <a:lstStyle/>
          <a:p>
            <a:r>
              <a:rPr lang="en-US" dirty="0"/>
              <a:t>Member Domain Current State</a:t>
            </a:r>
            <a:endParaRPr lang="en-AU" dirty="0"/>
          </a:p>
        </p:txBody>
      </p:sp>
      <p:graphicFrame>
        <p:nvGraphicFramePr>
          <p:cNvPr id="375" name="Table 374">
            <a:extLst>
              <a:ext uri="{FF2B5EF4-FFF2-40B4-BE49-F238E27FC236}">
                <a16:creationId xmlns:a16="http://schemas.microsoft.com/office/drawing/2014/main" id="{5505042A-B497-95B1-9ECB-6040B0329D39}"/>
              </a:ext>
            </a:extLst>
          </p:cNvPr>
          <p:cNvGraphicFramePr>
            <a:graphicFrameLocks noGrp="1"/>
          </p:cNvGraphicFramePr>
          <p:nvPr/>
        </p:nvGraphicFramePr>
        <p:xfrm>
          <a:off x="9211745" y="3589020"/>
          <a:ext cx="1835150" cy="3046395"/>
        </p:xfrm>
        <a:graphic>
          <a:graphicData uri="http://schemas.openxmlformats.org/drawingml/2006/table">
            <a:tbl>
              <a:tblPr/>
              <a:tblGrid>
                <a:gridCol w="867409">
                  <a:extLst>
                    <a:ext uri="{9D8B030D-6E8A-4147-A177-3AD203B41FA5}">
                      <a16:colId xmlns:a16="http://schemas.microsoft.com/office/drawing/2014/main" val="3060990865"/>
                    </a:ext>
                  </a:extLst>
                </a:gridCol>
                <a:gridCol w="420888">
                  <a:extLst>
                    <a:ext uri="{9D8B030D-6E8A-4147-A177-3AD203B41FA5}">
                      <a16:colId xmlns:a16="http://schemas.microsoft.com/office/drawing/2014/main" val="3102328303"/>
                    </a:ext>
                  </a:extLst>
                </a:gridCol>
                <a:gridCol w="546853">
                  <a:extLst>
                    <a:ext uri="{9D8B030D-6E8A-4147-A177-3AD203B41FA5}">
                      <a16:colId xmlns:a16="http://schemas.microsoft.com/office/drawing/2014/main" val="2593588883"/>
                    </a:ext>
                  </a:extLst>
                </a:gridCol>
              </a:tblGrid>
              <a:tr h="1615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a:solidFill>
                            <a:schemeClr val="bg1"/>
                          </a:solidFill>
                        </a:rPr>
                        <a:t>Capabilities</a:t>
                      </a:r>
                      <a:endParaRPr lang="en-AU" sz="700">
                        <a:solidFill>
                          <a:schemeClr val="bg1"/>
                        </a:solidFill>
                      </a:endParaRPr>
                    </a:p>
                  </a:txBody>
                  <a:tcPr marL="28049" marR="28049" marT="14025" marB="14025" anchor="ctr">
                    <a:lnL>
                      <a:noFill/>
                    </a:lnL>
                    <a:lnR>
                      <a:noFill/>
                    </a:lnR>
                    <a:lnT>
                      <a:noFill/>
                    </a:lnT>
                    <a:lnB>
                      <a:noFill/>
                    </a:lnB>
                    <a:solidFill>
                      <a:schemeClr val="tx1">
                        <a:lumMod val="50000"/>
                        <a:lumOff val="50000"/>
                      </a:schemeClr>
                    </a:solidFill>
                  </a:tcPr>
                </a:tc>
                <a:tc>
                  <a:txBody>
                    <a:bodyPr/>
                    <a:lstStyle/>
                    <a:p>
                      <a:pPr algn="ctr">
                        <a:buNone/>
                      </a:pPr>
                      <a:r>
                        <a:rPr lang="en-US" sz="700">
                          <a:solidFill>
                            <a:schemeClr val="bg1"/>
                          </a:solidFill>
                        </a:rPr>
                        <a:t>Aus</a:t>
                      </a:r>
                    </a:p>
                  </a:txBody>
                  <a:tcPr marL="28049" marR="28049" marT="14025" marB="14025" anchor="ctr">
                    <a:lnL>
                      <a:noFill/>
                    </a:lnL>
                    <a:lnR>
                      <a:noFill/>
                    </a:lnR>
                    <a:lnT>
                      <a:noFill/>
                    </a:lnT>
                    <a:lnB>
                      <a:noFill/>
                    </a:lnB>
                    <a:solidFill>
                      <a:schemeClr val="tx1">
                        <a:lumMod val="50000"/>
                        <a:lumOff val="50000"/>
                      </a:schemeClr>
                    </a:solidFill>
                  </a:tcPr>
                </a:tc>
                <a:tc>
                  <a:txBody>
                    <a:bodyPr/>
                    <a:lstStyle/>
                    <a:p>
                      <a:pPr algn="ctr">
                        <a:buNone/>
                      </a:pPr>
                      <a:r>
                        <a:rPr lang="en-US" sz="700">
                          <a:solidFill>
                            <a:schemeClr val="bg1"/>
                          </a:solidFill>
                        </a:rPr>
                        <a:t>Offshore</a:t>
                      </a:r>
                    </a:p>
                  </a:txBody>
                  <a:tcPr marL="28049" marR="28049" marT="14025" marB="14025" anchor="ctr">
                    <a:lnL>
                      <a:noFill/>
                    </a:lnL>
                    <a:lnR>
                      <a:noFill/>
                    </a:lnR>
                    <a:lnT>
                      <a:noFill/>
                    </a:lnT>
                    <a:lnB>
                      <a:noFill/>
                    </a:lnB>
                    <a:solidFill>
                      <a:schemeClr val="tx1">
                        <a:lumMod val="50000"/>
                        <a:lumOff val="50000"/>
                      </a:schemeClr>
                    </a:solidFill>
                  </a:tcPr>
                </a:tc>
                <a:extLst>
                  <a:ext uri="{0D108BD9-81ED-4DB2-BD59-A6C34878D82A}">
                    <a16:rowId xmlns:a16="http://schemas.microsoft.com/office/drawing/2014/main" val="2590697733"/>
                  </a:ext>
                </a:extLst>
              </a:tr>
              <a:tr h="240706">
                <a:tc>
                  <a:txBody>
                    <a:bodyPr/>
                    <a:lstStyle/>
                    <a:p>
                      <a:pPr>
                        <a:buNone/>
                      </a:pPr>
                      <a:r>
                        <a:rPr lang="en-AU" sz="700">
                          <a:solidFill>
                            <a:schemeClr val="bg2">
                              <a:lumMod val="50000"/>
                            </a:schemeClr>
                          </a:solidFill>
                        </a:rPr>
                        <a:t>Delivery Management</a:t>
                      </a:r>
                    </a:p>
                  </a:txBody>
                  <a:tcPr marL="28049" marR="28049" marT="14025" marB="14025" anchor="ctr">
                    <a:lnL>
                      <a:noFill/>
                    </a:lnL>
                    <a:lnR>
                      <a:noFill/>
                    </a:lnR>
                    <a:lnT>
                      <a:noFill/>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6</a:t>
                      </a:r>
                    </a:p>
                  </a:txBody>
                  <a:tcPr marL="28049" marR="28049" marT="14025" marB="14025" anchor="ctr">
                    <a:lnL>
                      <a:noFill/>
                    </a:lnL>
                    <a:lnR>
                      <a:noFill/>
                    </a:lnR>
                    <a:lnT>
                      <a:noFill/>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2</a:t>
                      </a:r>
                    </a:p>
                  </a:txBody>
                  <a:tcPr marL="28049" marR="28049" marT="14025" marB="14025" anchor="ctr">
                    <a:lnL>
                      <a:noFill/>
                    </a:lnL>
                    <a:lnR>
                      <a:noFill/>
                    </a:lnR>
                    <a:lnT>
                      <a:no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52096017"/>
                  </a:ext>
                </a:extLst>
              </a:tr>
              <a:tr h="240706">
                <a:tc>
                  <a:txBody>
                    <a:bodyPr/>
                    <a:lstStyle/>
                    <a:p>
                      <a:pPr>
                        <a:buNone/>
                      </a:pPr>
                      <a:r>
                        <a:rPr lang="en-AU" sz="700">
                          <a:solidFill>
                            <a:schemeClr val="bg2">
                              <a:lumMod val="50000"/>
                            </a:schemeClr>
                          </a:solidFill>
                        </a:rPr>
                        <a:t>Technical Leadership</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6</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24728339"/>
                  </a:ext>
                </a:extLst>
              </a:tr>
              <a:tr h="285839">
                <a:tc>
                  <a:txBody>
                    <a:bodyPr/>
                    <a:lstStyle/>
                    <a:p>
                      <a:pPr>
                        <a:buNone/>
                      </a:pPr>
                      <a:r>
                        <a:rPr lang="en-US" sz="700">
                          <a:solidFill>
                            <a:schemeClr val="bg2">
                              <a:lumMod val="50000"/>
                            </a:schemeClr>
                          </a:solidFill>
                        </a:rPr>
                        <a:t>S</a:t>
                      </a:r>
                      <a:r>
                        <a:rPr lang="en-AU" sz="700">
                          <a:solidFill>
                            <a:schemeClr val="bg2">
                              <a:lumMod val="50000"/>
                            </a:schemeClr>
                          </a:solidFill>
                        </a:rPr>
                        <a:t>itecore &amp; Front End Engineers</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US"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10</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3857966"/>
                  </a:ext>
                </a:extLst>
              </a:tr>
              <a:tr h="228211">
                <a:tc>
                  <a:txBody>
                    <a:bodyPr/>
                    <a:lstStyle/>
                    <a:p>
                      <a:pPr>
                        <a:buNone/>
                      </a:pPr>
                      <a:r>
                        <a:rPr lang="en-AU" sz="700">
                          <a:solidFill>
                            <a:schemeClr val="bg2">
                              <a:lumMod val="50000"/>
                            </a:schemeClr>
                          </a:solidFill>
                        </a:rPr>
                        <a:t>Microservice Engineers</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US"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15</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1073977"/>
                  </a:ext>
                </a:extLst>
              </a:tr>
              <a:tr h="240706">
                <a:tc>
                  <a:txBody>
                    <a:bodyPr/>
                    <a:lstStyle/>
                    <a:p>
                      <a:pPr>
                        <a:buNone/>
                      </a:pPr>
                      <a:r>
                        <a:rPr lang="en-AU" sz="700">
                          <a:solidFill>
                            <a:schemeClr val="bg2">
                              <a:lumMod val="50000"/>
                            </a:schemeClr>
                          </a:solidFill>
                        </a:rPr>
                        <a:t>Mobile Engineers</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2</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7</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13793116"/>
                  </a:ext>
                </a:extLst>
              </a:tr>
              <a:tr h="204547">
                <a:tc>
                  <a:txBody>
                    <a:bodyPr/>
                    <a:lstStyle/>
                    <a:p>
                      <a:pPr>
                        <a:buNone/>
                      </a:pPr>
                      <a:r>
                        <a:rPr lang="en-AU" sz="700">
                          <a:solidFill>
                            <a:schemeClr val="bg2">
                              <a:lumMod val="50000"/>
                            </a:schemeClr>
                          </a:solidFill>
                        </a:rPr>
                        <a:t>QA &amp; QA Managers</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35</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8091915"/>
                  </a:ext>
                </a:extLst>
              </a:tr>
              <a:tr h="228211">
                <a:tc>
                  <a:txBody>
                    <a:bodyPr/>
                    <a:lstStyle/>
                    <a:p>
                      <a:pPr>
                        <a:buNone/>
                      </a:pPr>
                      <a:r>
                        <a:rPr lang="en-US" sz="700">
                          <a:solidFill>
                            <a:schemeClr val="bg2">
                              <a:lumMod val="50000"/>
                            </a:schemeClr>
                          </a:solidFill>
                        </a:rPr>
                        <a:t>Service Delivery Managers </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201737"/>
                  </a:ext>
                </a:extLst>
              </a:tr>
              <a:tr h="195575">
                <a:tc>
                  <a:txBody>
                    <a:bodyPr/>
                    <a:lstStyle/>
                    <a:p>
                      <a:pPr>
                        <a:buNone/>
                      </a:pPr>
                      <a:r>
                        <a:rPr lang="en-US" sz="700">
                          <a:solidFill>
                            <a:schemeClr val="bg2">
                              <a:lumMod val="50000"/>
                            </a:schemeClr>
                          </a:solidFill>
                        </a:rPr>
                        <a:t>Data Engineers</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3</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15989871"/>
                  </a:ext>
                </a:extLst>
              </a:tr>
              <a:tr h="195575">
                <a:tc>
                  <a:txBody>
                    <a:bodyPr/>
                    <a:lstStyle/>
                    <a:p>
                      <a:pPr>
                        <a:buNone/>
                      </a:pPr>
                      <a:r>
                        <a:rPr lang="en-US" sz="700">
                          <a:solidFill>
                            <a:schemeClr val="bg2">
                              <a:lumMod val="50000"/>
                            </a:schemeClr>
                          </a:solidFill>
                        </a:rPr>
                        <a:t>Dev Ops Engineers</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US"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2</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58555989"/>
                  </a:ext>
                </a:extLst>
              </a:tr>
              <a:tr h="195575">
                <a:tc>
                  <a:txBody>
                    <a:bodyPr/>
                    <a:lstStyle/>
                    <a:p>
                      <a:pPr>
                        <a:buNone/>
                      </a:pPr>
                      <a:r>
                        <a:rPr lang="en-US" sz="700">
                          <a:solidFill>
                            <a:schemeClr val="bg2">
                              <a:lumMod val="50000"/>
                            </a:schemeClr>
                          </a:solidFill>
                        </a:rPr>
                        <a:t>Observability </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US"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2</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56883837"/>
                  </a:ext>
                </a:extLst>
              </a:tr>
              <a:tr h="195575">
                <a:tc>
                  <a:txBody>
                    <a:bodyPr/>
                    <a:lstStyle/>
                    <a:p>
                      <a:pPr>
                        <a:buNone/>
                      </a:pPr>
                      <a:r>
                        <a:rPr lang="en-US" sz="700">
                          <a:solidFill>
                            <a:schemeClr val="bg2">
                              <a:lumMod val="50000"/>
                            </a:schemeClr>
                          </a:solidFill>
                        </a:rPr>
                        <a:t>Environment Manager</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US"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1</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4270796"/>
                  </a:ext>
                </a:extLst>
              </a:tr>
              <a:tr h="180000">
                <a:tc>
                  <a:txBody>
                    <a:bodyPr/>
                    <a:lstStyle/>
                    <a:p>
                      <a:pPr>
                        <a:buNone/>
                      </a:pPr>
                      <a:r>
                        <a:rPr lang="en-US" sz="700" b="1">
                          <a:solidFill>
                            <a:schemeClr val="bg2">
                              <a:lumMod val="50000"/>
                            </a:schemeClr>
                          </a:solidFill>
                        </a:rPr>
                        <a:t>Other </a:t>
                      </a:r>
                      <a:endParaRPr lang="en-AU" sz="700" b="1">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US" sz="700" b="1">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b="1">
                          <a:solidFill>
                            <a:schemeClr val="bg2">
                              <a:lumMod val="50000"/>
                            </a:schemeClr>
                          </a:solidFill>
                        </a:rPr>
                        <a:t>20</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84521048"/>
                  </a:ext>
                </a:extLst>
              </a:tr>
              <a:tr h="180000">
                <a:tc>
                  <a:txBody>
                    <a:bodyPr/>
                    <a:lstStyle/>
                    <a:p>
                      <a:pPr>
                        <a:buNone/>
                      </a:pPr>
                      <a:r>
                        <a:rPr lang="en-US" sz="700" b="1">
                          <a:solidFill>
                            <a:schemeClr val="bg2">
                              <a:lumMod val="50000"/>
                            </a:schemeClr>
                          </a:solidFill>
                        </a:rPr>
                        <a:t>Total </a:t>
                      </a:r>
                      <a:endParaRPr lang="en-AU" sz="700" b="1">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tc>
                  <a:txBody>
                    <a:bodyPr/>
                    <a:lstStyle/>
                    <a:p>
                      <a:pPr algn="ctr">
                        <a:buNone/>
                      </a:pPr>
                      <a:r>
                        <a:rPr lang="en-US" sz="700" b="1">
                          <a:solidFill>
                            <a:schemeClr val="bg2">
                              <a:lumMod val="50000"/>
                            </a:schemeClr>
                          </a:solidFill>
                        </a:rPr>
                        <a:t>15</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tc>
                  <a:txBody>
                    <a:bodyPr/>
                    <a:lstStyle/>
                    <a:p>
                      <a:pPr algn="ctr">
                        <a:buNone/>
                      </a:pPr>
                      <a:r>
                        <a:rPr lang="en-US" sz="700" b="1">
                          <a:solidFill>
                            <a:schemeClr val="bg2">
                              <a:lumMod val="50000"/>
                            </a:schemeClr>
                          </a:solidFill>
                        </a:rPr>
                        <a:t>115</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extLst>
                  <a:ext uri="{0D108BD9-81ED-4DB2-BD59-A6C34878D82A}">
                    <a16:rowId xmlns:a16="http://schemas.microsoft.com/office/drawing/2014/main" val="2723211904"/>
                  </a:ext>
                </a:extLst>
              </a:tr>
            </a:tbl>
          </a:graphicData>
        </a:graphic>
      </p:graphicFrame>
      <p:pic>
        <p:nvPicPr>
          <p:cNvPr id="6" name="Picture 5">
            <a:extLst>
              <a:ext uri="{FF2B5EF4-FFF2-40B4-BE49-F238E27FC236}">
                <a16:creationId xmlns:a16="http://schemas.microsoft.com/office/drawing/2014/main" id="{B67021F5-F67C-B7C4-B123-2F6BFBD3E7EB}"/>
              </a:ext>
            </a:extLst>
          </p:cNvPr>
          <p:cNvPicPr>
            <a:picLocks noChangeAspect="1"/>
          </p:cNvPicPr>
          <p:nvPr/>
        </p:nvPicPr>
        <p:blipFill>
          <a:blip r:embed="rId3"/>
          <a:stretch>
            <a:fillRect/>
          </a:stretch>
        </p:blipFill>
        <p:spPr>
          <a:xfrm>
            <a:off x="3820241" y="3649980"/>
            <a:ext cx="4720130" cy="2058739"/>
          </a:xfrm>
          <a:prstGeom prst="rect">
            <a:avLst/>
          </a:prstGeom>
        </p:spPr>
      </p:pic>
      <p:graphicFrame>
        <p:nvGraphicFramePr>
          <p:cNvPr id="7" name="Table 6">
            <a:extLst>
              <a:ext uri="{FF2B5EF4-FFF2-40B4-BE49-F238E27FC236}">
                <a16:creationId xmlns:a16="http://schemas.microsoft.com/office/drawing/2014/main" id="{1303B679-D7DE-6B09-516E-AC078B4894D3}"/>
              </a:ext>
            </a:extLst>
          </p:cNvPr>
          <p:cNvGraphicFramePr>
            <a:graphicFrameLocks noGrp="1"/>
          </p:cNvGraphicFramePr>
          <p:nvPr/>
        </p:nvGraphicFramePr>
        <p:xfrm>
          <a:off x="2062680" y="3708890"/>
          <a:ext cx="1099149" cy="1870168"/>
        </p:xfrm>
        <a:graphic>
          <a:graphicData uri="http://schemas.openxmlformats.org/drawingml/2006/table">
            <a:tbl>
              <a:tblPr/>
              <a:tblGrid>
                <a:gridCol w="1099149">
                  <a:extLst>
                    <a:ext uri="{9D8B030D-6E8A-4147-A177-3AD203B41FA5}">
                      <a16:colId xmlns:a16="http://schemas.microsoft.com/office/drawing/2014/main" val="3060990865"/>
                    </a:ext>
                  </a:extLst>
                </a:gridCol>
              </a:tblGrid>
              <a:tr h="1653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1"/>
                          </a:solidFill>
                        </a:rPr>
                        <a:t>Services </a:t>
                      </a:r>
                      <a:endParaRPr lang="en-AU" sz="700">
                        <a:solidFill>
                          <a:schemeClr val="bg1"/>
                        </a:solidFill>
                      </a:endParaRPr>
                    </a:p>
                  </a:txBody>
                  <a:tcPr marL="28049" marR="28049" marT="14025" marB="14025" anchor="ctr">
                    <a:lnL>
                      <a:noFill/>
                    </a:lnL>
                    <a:lnR>
                      <a:noFill/>
                    </a:lnR>
                    <a:lnT>
                      <a:noFill/>
                    </a:lnT>
                    <a:lnB>
                      <a:noFill/>
                    </a:lnB>
                    <a:solidFill>
                      <a:schemeClr val="tx1">
                        <a:lumMod val="50000"/>
                        <a:lumOff val="50000"/>
                      </a:schemeClr>
                    </a:solidFill>
                  </a:tcPr>
                </a:tc>
                <a:extLst>
                  <a:ext uri="{0D108BD9-81ED-4DB2-BD59-A6C34878D82A}">
                    <a16:rowId xmlns:a16="http://schemas.microsoft.com/office/drawing/2014/main" val="2590697733"/>
                  </a:ext>
                </a:extLst>
              </a:tr>
              <a:tr h="289593">
                <a:tc>
                  <a:txBody>
                    <a:bodyPr/>
                    <a:lstStyle/>
                    <a:p>
                      <a:pPr>
                        <a:buNone/>
                      </a:pPr>
                      <a:r>
                        <a:rPr lang="en-AU" sz="700">
                          <a:solidFill>
                            <a:schemeClr val="bg2">
                              <a:lumMod val="50000"/>
                            </a:schemeClr>
                          </a:solidFill>
                        </a:rPr>
                        <a:t>Front Door Support </a:t>
                      </a:r>
                    </a:p>
                  </a:txBody>
                  <a:tcPr marL="28049" marR="28049" marT="14025" marB="14025" anchor="ctr">
                    <a:lnL>
                      <a:noFill/>
                    </a:lnL>
                    <a:lnR>
                      <a:noFill/>
                    </a:lnR>
                    <a:lnT>
                      <a:no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52096017"/>
                  </a:ext>
                </a:extLst>
              </a:tr>
              <a:tr h="289593">
                <a:tc>
                  <a:txBody>
                    <a:bodyPr/>
                    <a:lstStyle/>
                    <a:p>
                      <a:pPr>
                        <a:buNone/>
                      </a:pPr>
                      <a:r>
                        <a:rPr lang="en-AU" sz="700">
                          <a:solidFill>
                            <a:schemeClr val="bg2">
                              <a:lumMod val="50000"/>
                            </a:schemeClr>
                          </a:solidFill>
                        </a:rPr>
                        <a:t>Delivery Management </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24728339"/>
                  </a:ext>
                </a:extLst>
              </a:tr>
              <a:tr h="343892">
                <a:tc>
                  <a:txBody>
                    <a:bodyPr/>
                    <a:lstStyle/>
                    <a:p>
                      <a:pPr>
                        <a:buNone/>
                      </a:pPr>
                      <a:r>
                        <a:rPr lang="en-US" sz="700">
                          <a:solidFill>
                            <a:schemeClr val="bg2">
                              <a:lumMod val="50000"/>
                            </a:schemeClr>
                          </a:solidFill>
                        </a:rPr>
                        <a:t>Technical Leadership </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3857966"/>
                  </a:ext>
                </a:extLst>
              </a:tr>
              <a:tr h="246089">
                <a:tc>
                  <a:txBody>
                    <a:bodyPr/>
                    <a:lstStyle/>
                    <a:p>
                      <a:pPr>
                        <a:buNone/>
                      </a:pPr>
                      <a:r>
                        <a:rPr lang="en-AU" sz="700">
                          <a:solidFill>
                            <a:schemeClr val="bg2">
                              <a:lumMod val="50000"/>
                            </a:schemeClr>
                          </a:solidFill>
                        </a:rPr>
                        <a:t>Solution Design </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1073977"/>
                  </a:ext>
                </a:extLst>
              </a:tr>
              <a:tr h="289593">
                <a:tc>
                  <a:txBody>
                    <a:bodyPr/>
                    <a:lstStyle/>
                    <a:p>
                      <a:pPr>
                        <a:buNone/>
                      </a:pPr>
                      <a:r>
                        <a:rPr lang="en-AU" sz="700">
                          <a:solidFill>
                            <a:schemeClr val="bg2">
                              <a:lumMod val="50000"/>
                            </a:schemeClr>
                          </a:solidFill>
                        </a:rPr>
                        <a:t>Engineering </a:t>
                      </a: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13793116"/>
                  </a:ext>
                </a:extLst>
              </a:tr>
              <a:tr h="246089">
                <a:tc>
                  <a:txBody>
                    <a:bodyPr/>
                    <a:lstStyle/>
                    <a:p>
                      <a:pPr>
                        <a:buNone/>
                      </a:pPr>
                      <a:r>
                        <a:rPr lang="en-US" sz="700">
                          <a:solidFill>
                            <a:schemeClr val="bg2">
                              <a:lumMod val="50000"/>
                            </a:schemeClr>
                          </a:solidFill>
                        </a:rPr>
                        <a:t>QA / Testing </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extLst>
                  <a:ext uri="{0D108BD9-81ED-4DB2-BD59-A6C34878D82A}">
                    <a16:rowId xmlns:a16="http://schemas.microsoft.com/office/drawing/2014/main" val="698091915"/>
                  </a:ext>
                </a:extLst>
              </a:tr>
            </a:tbl>
          </a:graphicData>
        </a:graphic>
      </p:graphicFrame>
      <p:graphicFrame>
        <p:nvGraphicFramePr>
          <p:cNvPr id="8" name="Table 7">
            <a:extLst>
              <a:ext uri="{FF2B5EF4-FFF2-40B4-BE49-F238E27FC236}">
                <a16:creationId xmlns:a16="http://schemas.microsoft.com/office/drawing/2014/main" id="{3C9C0E35-1D27-D467-0DD2-445F272E6E1D}"/>
              </a:ext>
            </a:extLst>
          </p:cNvPr>
          <p:cNvGraphicFramePr>
            <a:graphicFrameLocks noGrp="1"/>
          </p:cNvGraphicFramePr>
          <p:nvPr/>
        </p:nvGraphicFramePr>
        <p:xfrm>
          <a:off x="4141938" y="2949752"/>
          <a:ext cx="3908124" cy="478209"/>
        </p:xfrm>
        <a:graphic>
          <a:graphicData uri="http://schemas.openxmlformats.org/drawingml/2006/table">
            <a:tbl>
              <a:tblPr/>
              <a:tblGrid>
                <a:gridCol w="588456">
                  <a:extLst>
                    <a:ext uri="{9D8B030D-6E8A-4147-A177-3AD203B41FA5}">
                      <a16:colId xmlns:a16="http://schemas.microsoft.com/office/drawing/2014/main" val="1247251143"/>
                    </a:ext>
                  </a:extLst>
                </a:gridCol>
                <a:gridCol w="829917">
                  <a:extLst>
                    <a:ext uri="{9D8B030D-6E8A-4147-A177-3AD203B41FA5}">
                      <a16:colId xmlns:a16="http://schemas.microsoft.com/office/drawing/2014/main" val="3617191098"/>
                    </a:ext>
                  </a:extLst>
                </a:gridCol>
                <a:gridCol w="829917">
                  <a:extLst>
                    <a:ext uri="{9D8B030D-6E8A-4147-A177-3AD203B41FA5}">
                      <a16:colId xmlns:a16="http://schemas.microsoft.com/office/drawing/2014/main" val="852366535"/>
                    </a:ext>
                  </a:extLst>
                </a:gridCol>
                <a:gridCol w="829917">
                  <a:extLst>
                    <a:ext uri="{9D8B030D-6E8A-4147-A177-3AD203B41FA5}">
                      <a16:colId xmlns:a16="http://schemas.microsoft.com/office/drawing/2014/main" val="3283754192"/>
                    </a:ext>
                  </a:extLst>
                </a:gridCol>
                <a:gridCol w="829917">
                  <a:extLst>
                    <a:ext uri="{9D8B030D-6E8A-4147-A177-3AD203B41FA5}">
                      <a16:colId xmlns:a16="http://schemas.microsoft.com/office/drawing/2014/main" val="884984003"/>
                    </a:ext>
                  </a:extLst>
                </a:gridCol>
              </a:tblGrid>
              <a:tr h="188616">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1"/>
                          </a:solidFill>
                        </a:rPr>
                        <a:t>Scope – Channels (use Icons)</a:t>
                      </a:r>
                      <a:endParaRPr lang="en-AU" sz="700">
                        <a:solidFill>
                          <a:schemeClr val="bg1"/>
                        </a:solidFill>
                      </a:endParaRPr>
                    </a:p>
                  </a:txBody>
                  <a:tcPr marL="28049" marR="28049" marT="14025" marB="14025" anchor="ctr">
                    <a:lnL>
                      <a:noFill/>
                    </a:lnL>
                    <a:lnR>
                      <a:noFill/>
                    </a:lnR>
                    <a:lnT>
                      <a:noFill/>
                    </a:lnT>
                    <a:lnB>
                      <a:noFill/>
                    </a:lnB>
                    <a:solidFill>
                      <a:schemeClr val="tx1">
                        <a:lumMod val="50000"/>
                        <a:lumOff val="5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extLst>
                  <a:ext uri="{0D108BD9-81ED-4DB2-BD59-A6C34878D82A}">
                    <a16:rowId xmlns:a16="http://schemas.microsoft.com/office/drawing/2014/main" val="1804775020"/>
                  </a:ext>
                </a:extLst>
              </a:tr>
              <a:tr h="289593">
                <a:tc>
                  <a:txBody>
                    <a:bodyPr/>
                    <a:lstStyle/>
                    <a:p>
                      <a:pPr algn="ctr">
                        <a:buNone/>
                      </a:pPr>
                      <a:r>
                        <a:rPr lang="en-AU" sz="700">
                          <a:solidFill>
                            <a:schemeClr val="bg2">
                              <a:lumMod val="50000"/>
                            </a:schemeClr>
                          </a:solidFill>
                        </a:rPr>
                        <a:t>Member Portal</a:t>
                      </a:r>
                    </a:p>
                  </a:txBody>
                  <a:tcPr marL="28049" marR="28049" marT="14025" marB="14025"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00">
                          <a:solidFill>
                            <a:schemeClr val="bg2">
                              <a:lumMod val="50000"/>
                            </a:schemeClr>
                          </a:solidFill>
                        </a:rPr>
                        <a:t>Mobile App (IOS &amp; Android)</a:t>
                      </a:r>
                    </a:p>
                  </a:txBody>
                  <a:tcPr marL="28049" marR="28049" marT="14025" marB="14025"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Public Website</a:t>
                      </a:r>
                      <a:endParaRPr lang="en-AU" sz="700">
                        <a:solidFill>
                          <a:schemeClr val="bg2">
                            <a:lumMod val="50000"/>
                          </a:schemeClr>
                        </a:solidFill>
                      </a:endParaRPr>
                    </a:p>
                  </a:txBody>
                  <a:tcPr marL="28049" marR="28049" marT="14025" marB="14025"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Employer Portal</a:t>
                      </a:r>
                      <a:endParaRPr lang="en-AU" sz="700">
                        <a:solidFill>
                          <a:schemeClr val="bg2">
                            <a:lumMod val="50000"/>
                          </a:schemeClr>
                        </a:solidFill>
                      </a:endParaRPr>
                    </a:p>
                  </a:txBody>
                  <a:tcPr marL="28049" marR="28049" marT="14025" marB="14025" anchor="ctr">
                    <a:lnL>
                      <a:noFill/>
                    </a:lnL>
                    <a:lnR>
                      <a:noFill/>
                    </a:lnR>
                    <a:lnT>
                      <a:noFill/>
                    </a:lnT>
                    <a:lnB>
                      <a:noFill/>
                    </a:lnB>
                    <a:noFill/>
                  </a:tcPr>
                </a:tc>
                <a:tc>
                  <a:txBody>
                    <a:bodyPr/>
                    <a:lstStyle/>
                    <a:p>
                      <a:pPr algn="ctr">
                        <a:buNone/>
                      </a:pPr>
                      <a:r>
                        <a:rPr lang="en-US" sz="700">
                          <a:solidFill>
                            <a:schemeClr val="bg2">
                              <a:lumMod val="50000"/>
                            </a:schemeClr>
                          </a:solidFill>
                        </a:rPr>
                        <a:t>Advisor Portal</a:t>
                      </a:r>
                      <a:endParaRPr lang="en-AU" sz="700">
                        <a:solidFill>
                          <a:schemeClr val="bg2">
                            <a:lumMod val="50000"/>
                          </a:schemeClr>
                        </a:solidFill>
                      </a:endParaRPr>
                    </a:p>
                  </a:txBody>
                  <a:tcPr marL="28049" marR="28049" marT="14025" marB="14025" anchor="ctr">
                    <a:lnL>
                      <a:noFill/>
                    </a:lnL>
                    <a:lnR>
                      <a:noFill/>
                    </a:lnR>
                    <a:lnT>
                      <a:noFill/>
                    </a:lnT>
                    <a:lnB>
                      <a:noFill/>
                    </a:lnB>
                    <a:noFill/>
                  </a:tcPr>
                </a:tc>
                <a:extLst>
                  <a:ext uri="{0D108BD9-81ED-4DB2-BD59-A6C34878D82A}">
                    <a16:rowId xmlns:a16="http://schemas.microsoft.com/office/drawing/2014/main" val="4275454370"/>
                  </a:ext>
                </a:extLst>
              </a:tr>
            </a:tbl>
          </a:graphicData>
        </a:graphic>
      </p:graphicFrame>
      <p:graphicFrame>
        <p:nvGraphicFramePr>
          <p:cNvPr id="9" name="Table 8">
            <a:extLst>
              <a:ext uri="{FF2B5EF4-FFF2-40B4-BE49-F238E27FC236}">
                <a16:creationId xmlns:a16="http://schemas.microsoft.com/office/drawing/2014/main" id="{CC8F66D0-E2F7-B537-FA1F-20E4291D0D80}"/>
              </a:ext>
            </a:extLst>
          </p:cNvPr>
          <p:cNvGraphicFramePr>
            <a:graphicFrameLocks noGrp="1"/>
          </p:cNvGraphicFramePr>
          <p:nvPr/>
        </p:nvGraphicFramePr>
        <p:xfrm>
          <a:off x="4039603" y="5967499"/>
          <a:ext cx="4281406" cy="753404"/>
        </p:xfrm>
        <a:graphic>
          <a:graphicData uri="http://schemas.openxmlformats.org/drawingml/2006/table">
            <a:tbl>
              <a:tblPr/>
              <a:tblGrid>
                <a:gridCol w="545367">
                  <a:extLst>
                    <a:ext uri="{9D8B030D-6E8A-4147-A177-3AD203B41FA5}">
                      <a16:colId xmlns:a16="http://schemas.microsoft.com/office/drawing/2014/main" val="2309483222"/>
                    </a:ext>
                  </a:extLst>
                </a:gridCol>
                <a:gridCol w="778213">
                  <a:extLst>
                    <a:ext uri="{9D8B030D-6E8A-4147-A177-3AD203B41FA5}">
                      <a16:colId xmlns:a16="http://schemas.microsoft.com/office/drawing/2014/main" val="1247251143"/>
                    </a:ext>
                  </a:extLst>
                </a:gridCol>
                <a:gridCol w="587217">
                  <a:extLst>
                    <a:ext uri="{9D8B030D-6E8A-4147-A177-3AD203B41FA5}">
                      <a16:colId xmlns:a16="http://schemas.microsoft.com/office/drawing/2014/main" val="3617191098"/>
                    </a:ext>
                  </a:extLst>
                </a:gridCol>
                <a:gridCol w="790203">
                  <a:extLst>
                    <a:ext uri="{9D8B030D-6E8A-4147-A177-3AD203B41FA5}">
                      <a16:colId xmlns:a16="http://schemas.microsoft.com/office/drawing/2014/main" val="852366535"/>
                    </a:ext>
                  </a:extLst>
                </a:gridCol>
                <a:gridCol w="790203">
                  <a:extLst>
                    <a:ext uri="{9D8B030D-6E8A-4147-A177-3AD203B41FA5}">
                      <a16:colId xmlns:a16="http://schemas.microsoft.com/office/drawing/2014/main" val="3283754192"/>
                    </a:ext>
                  </a:extLst>
                </a:gridCol>
                <a:gridCol w="790203">
                  <a:extLst>
                    <a:ext uri="{9D8B030D-6E8A-4147-A177-3AD203B41FA5}">
                      <a16:colId xmlns:a16="http://schemas.microsoft.com/office/drawing/2014/main" val="884984003"/>
                    </a:ext>
                  </a:extLst>
                </a:gridCol>
              </a:tblGrid>
              <a:tr h="1137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chemeClr val="tx1">
                        <a:lumMod val="50000"/>
                        <a:lumOff val="50000"/>
                      </a:schemeClr>
                    </a:solidFill>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1"/>
                          </a:solidFill>
                        </a:rPr>
                        <a:t>Scope – Applications / Infrastructure within Member Domain</a:t>
                      </a:r>
                      <a:endParaRPr lang="en-AU" sz="700">
                        <a:solidFill>
                          <a:schemeClr val="bg1"/>
                        </a:solidFill>
                      </a:endParaRPr>
                    </a:p>
                  </a:txBody>
                  <a:tcPr marL="28049" marR="28049" marT="14025" marB="14025" anchor="ctr">
                    <a:lnL>
                      <a:noFill/>
                    </a:lnL>
                    <a:lnR>
                      <a:noFill/>
                    </a:lnR>
                    <a:lnT>
                      <a:noFill/>
                    </a:lnT>
                    <a:lnB>
                      <a:noFill/>
                    </a:lnB>
                    <a:solidFill>
                      <a:schemeClr val="tx1">
                        <a:lumMod val="50000"/>
                        <a:lumOff val="5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700">
                        <a:solidFill>
                          <a:schemeClr val="bg1"/>
                        </a:solidFill>
                      </a:endParaRPr>
                    </a:p>
                  </a:txBody>
                  <a:tcPr marL="28049" marR="28049" marT="14025" marB="14025" anchor="ctr">
                    <a:lnL>
                      <a:noFill/>
                    </a:lnL>
                    <a:lnR>
                      <a:noFill/>
                    </a:lnR>
                    <a:lnT>
                      <a:noFill/>
                    </a:lnT>
                    <a:lnB>
                      <a:noFill/>
                    </a:lnB>
                    <a:solidFill>
                      <a:srgbClr val="53565A"/>
                    </a:solidFill>
                  </a:tcPr>
                </a:tc>
                <a:extLst>
                  <a:ext uri="{0D108BD9-81ED-4DB2-BD59-A6C34878D82A}">
                    <a16:rowId xmlns:a16="http://schemas.microsoft.com/office/drawing/2014/main" val="1804775020"/>
                  </a:ext>
                </a:extLst>
              </a:tr>
              <a:tr h="20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Member Experience </a:t>
                      </a:r>
                      <a:endParaRPr lang="en-AU" sz="700">
                        <a:solidFill>
                          <a:schemeClr val="bg2">
                            <a:lumMod val="50000"/>
                          </a:schemeClr>
                        </a:solidFill>
                      </a:endParaRPr>
                    </a:p>
                  </a:txBody>
                  <a:tcPr marL="28049" marR="28049" marT="14025" marB="14025" anchor="ctr">
                    <a:lnL>
                      <a:noFill/>
                    </a:lnL>
                    <a:lnR>
                      <a:noFill/>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Domain Microservices</a:t>
                      </a:r>
                      <a:endParaRPr lang="en-AU" sz="700">
                        <a:solidFill>
                          <a:schemeClr val="bg2">
                            <a:lumMod val="50000"/>
                          </a:schemeClr>
                        </a:solidFill>
                      </a:endParaRPr>
                    </a:p>
                  </a:txBody>
                  <a:tcPr marL="28049" marR="28049" marT="14025" marB="14025" anchor="ctr">
                    <a:lnL>
                      <a:noFill/>
                    </a:lnL>
                    <a:lnR>
                      <a:noFill/>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r>
                        <a:rPr lang="en-US" sz="700">
                          <a:solidFill>
                            <a:schemeClr val="bg2">
                              <a:lumMod val="50000"/>
                            </a:schemeClr>
                          </a:solidFill>
                        </a:rPr>
                        <a:t>Sitecore</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Forgerock</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50000"/>
                            </a:schemeClr>
                          </a:solidFill>
                          <a:effectLst/>
                          <a:uLnTx/>
                          <a:uFillTx/>
                          <a:latin typeface="Arial" panose="020B0604020202020204"/>
                          <a:ea typeface="+mn-ea"/>
                          <a:cs typeface="+mn-cs"/>
                        </a:rPr>
                        <a:t>Axway: Gateway</a:t>
                      </a:r>
                      <a:endParaRPr kumimoji="0" lang="en-AU" sz="700" b="0" i="0" u="none" strike="noStrike" kern="1200" cap="none" spc="0" normalizeH="0" baseline="0" noProof="0">
                        <a:ln>
                          <a:noFill/>
                        </a:ln>
                        <a:solidFill>
                          <a:schemeClr val="bg2">
                            <a:lumMod val="50000"/>
                          </a:schemeClr>
                        </a:solidFill>
                        <a:effectLst/>
                        <a:uLnTx/>
                        <a:uFillTx/>
                        <a:latin typeface="Arial" panose="020B0604020202020204"/>
                        <a:ea typeface="+mn-ea"/>
                        <a:cs typeface="+mn-cs"/>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5772322"/>
                  </a:ext>
                </a:extLst>
              </a:tr>
              <a:tr h="2037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Legacy </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Domain Microservices</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Sitecore</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Forgerock</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50000"/>
                            </a:schemeClr>
                          </a:solidFill>
                          <a:effectLst/>
                          <a:uLnTx/>
                          <a:uFillTx/>
                          <a:latin typeface="Arial" panose="020B0604020202020204"/>
                          <a:ea typeface="+mn-ea"/>
                          <a:cs typeface="+mn-cs"/>
                        </a:rPr>
                        <a:t>Axway: Gateway</a:t>
                      </a:r>
                      <a:endParaRPr kumimoji="0" lang="en-AU" sz="700" b="0" i="0" u="none" strike="noStrike" kern="1200" cap="none" spc="0" normalizeH="0" baseline="0" noProof="0">
                        <a:ln>
                          <a:noFill/>
                        </a:ln>
                        <a:solidFill>
                          <a:schemeClr val="bg2">
                            <a:lumMod val="50000"/>
                          </a:schemeClr>
                        </a:solidFill>
                        <a:effectLst/>
                        <a:uLnTx/>
                        <a:uFillTx/>
                        <a:latin typeface="Arial" panose="020B0604020202020204"/>
                        <a:ea typeface="+mn-ea"/>
                        <a:cs typeface="+mn-cs"/>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buNone/>
                      </a:pP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67871742"/>
                  </a:ext>
                </a:extLst>
              </a:tr>
              <a:tr h="1358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Shared</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Jams Scheduler </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Axway: MFT</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Logic Apps </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bg2">
                              <a:lumMod val="50000"/>
                            </a:schemeClr>
                          </a:solidFill>
                        </a:rPr>
                        <a:t>Azure Functions</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tc>
                  <a:txBody>
                    <a:bodyPr/>
                    <a:lstStyle/>
                    <a:p>
                      <a:pPr algn="ctr">
                        <a:buNone/>
                      </a:pPr>
                      <a:r>
                        <a:rPr lang="en-US" sz="700">
                          <a:solidFill>
                            <a:schemeClr val="bg2">
                              <a:lumMod val="50000"/>
                            </a:schemeClr>
                          </a:solidFill>
                        </a:rPr>
                        <a:t>Atlassian</a:t>
                      </a:r>
                      <a:endParaRPr lang="en-AU" sz="700">
                        <a:solidFill>
                          <a:schemeClr val="bg2">
                            <a:lumMod val="50000"/>
                          </a:schemeClr>
                        </a:solidFill>
                      </a:endParaRPr>
                    </a:p>
                  </a:txBody>
                  <a:tcPr marL="28049" marR="28049" marT="14025" marB="14025" anchor="ctr">
                    <a:lnL>
                      <a:noFill/>
                    </a:lnL>
                    <a:lnR>
                      <a:noFill/>
                    </a:lnR>
                    <a:lnT w="6350" cap="flat" cmpd="sng" algn="ctr">
                      <a:solidFill>
                        <a:schemeClr val="bg1">
                          <a:lumMod val="75000"/>
                        </a:schemeClr>
                      </a:solidFill>
                      <a:prstDash val="solid"/>
                      <a:round/>
                      <a:headEnd type="none" w="med" len="med"/>
                      <a:tailEnd type="none" w="med" len="med"/>
                    </a:lnT>
                    <a:lnB>
                      <a:noFill/>
                    </a:lnB>
                    <a:noFill/>
                  </a:tcPr>
                </a:tc>
                <a:extLst>
                  <a:ext uri="{0D108BD9-81ED-4DB2-BD59-A6C34878D82A}">
                    <a16:rowId xmlns:a16="http://schemas.microsoft.com/office/drawing/2014/main" val="1773408580"/>
                  </a:ext>
                </a:extLst>
              </a:tr>
            </a:tbl>
          </a:graphicData>
        </a:graphic>
      </p:graphicFrame>
      <p:grpSp>
        <p:nvGrpSpPr>
          <p:cNvPr id="22" name="Group 21">
            <a:extLst>
              <a:ext uri="{FF2B5EF4-FFF2-40B4-BE49-F238E27FC236}">
                <a16:creationId xmlns:a16="http://schemas.microsoft.com/office/drawing/2014/main" id="{7AF13C31-9BE0-7C23-8928-EC9C8CB9A6EB}"/>
              </a:ext>
            </a:extLst>
          </p:cNvPr>
          <p:cNvGrpSpPr/>
          <p:nvPr/>
        </p:nvGrpSpPr>
        <p:grpSpPr>
          <a:xfrm>
            <a:off x="374445" y="938167"/>
            <a:ext cx="11094486" cy="1661063"/>
            <a:chOff x="357178" y="799703"/>
            <a:chExt cx="11094486" cy="2471887"/>
          </a:xfrm>
        </p:grpSpPr>
        <p:pic>
          <p:nvPicPr>
            <p:cNvPr id="13" name="Picture 12" descr="Shape&#10;&#10;Description automatically generated with low confidence">
              <a:extLst>
                <a:ext uri="{FF2B5EF4-FFF2-40B4-BE49-F238E27FC236}">
                  <a16:creationId xmlns:a16="http://schemas.microsoft.com/office/drawing/2014/main" id="{8005FF30-72C9-468F-DB23-2B036EA37A72}"/>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76011" y="1406679"/>
              <a:ext cx="270474" cy="270473"/>
            </a:xfrm>
            <a:prstGeom prst="rect">
              <a:avLst/>
            </a:prstGeom>
          </p:spPr>
        </p:pic>
        <p:pic>
          <p:nvPicPr>
            <p:cNvPr id="14" name="Picture 13" descr="Shape&#10;&#10;Description automatically generated with low confidence">
              <a:extLst>
                <a:ext uri="{FF2B5EF4-FFF2-40B4-BE49-F238E27FC236}">
                  <a16:creationId xmlns:a16="http://schemas.microsoft.com/office/drawing/2014/main" id="{CF531388-B642-E102-3CCD-52DAF7719F9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60771" y="1971119"/>
              <a:ext cx="270474" cy="270473"/>
            </a:xfrm>
            <a:prstGeom prst="rect">
              <a:avLst/>
            </a:prstGeom>
          </p:spPr>
        </p:pic>
        <p:pic>
          <p:nvPicPr>
            <p:cNvPr id="15" name="Picture 14" descr="Shape&#10;&#10;Description automatically generated with low confidence">
              <a:extLst>
                <a:ext uri="{FF2B5EF4-FFF2-40B4-BE49-F238E27FC236}">
                  <a16:creationId xmlns:a16="http://schemas.microsoft.com/office/drawing/2014/main" id="{E7904A4A-63E4-543C-06EC-C9182F686F1B}"/>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357178" y="2494767"/>
              <a:ext cx="270474" cy="270473"/>
            </a:xfrm>
            <a:prstGeom prst="rect">
              <a:avLst/>
            </a:prstGeom>
          </p:spPr>
        </p:pic>
        <p:pic>
          <p:nvPicPr>
            <p:cNvPr id="16" name="Picture 15" descr="Shape&#10;&#10;Description automatically generated with low confidence">
              <a:extLst>
                <a:ext uri="{FF2B5EF4-FFF2-40B4-BE49-F238E27FC236}">
                  <a16:creationId xmlns:a16="http://schemas.microsoft.com/office/drawing/2014/main" id="{B9D9C9F4-6A57-D8DA-DDF7-515989E75ED4}"/>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357178" y="3001117"/>
              <a:ext cx="270474" cy="270473"/>
            </a:xfrm>
            <a:prstGeom prst="rect">
              <a:avLst/>
            </a:prstGeom>
            <a:noFill/>
          </p:spPr>
        </p:pic>
        <p:graphicFrame>
          <p:nvGraphicFramePr>
            <p:cNvPr id="17" name="Table 81">
              <a:extLst>
                <a:ext uri="{FF2B5EF4-FFF2-40B4-BE49-F238E27FC236}">
                  <a16:creationId xmlns:a16="http://schemas.microsoft.com/office/drawing/2014/main" id="{6F790FD0-781E-E1FF-356C-2FCC97EDC6EB}"/>
                </a:ext>
              </a:extLst>
            </p:cNvPr>
            <p:cNvGraphicFramePr>
              <a:graphicFrameLocks/>
            </p:cNvGraphicFramePr>
            <p:nvPr/>
          </p:nvGraphicFramePr>
          <p:xfrm>
            <a:off x="740336" y="799703"/>
            <a:ext cx="10711328" cy="2395549"/>
          </p:xfrm>
          <a:graphic>
            <a:graphicData uri="http://schemas.openxmlformats.org/drawingml/2006/table">
              <a:tbl>
                <a:tblPr firstRow="1" bandRow="1"/>
                <a:tblGrid>
                  <a:gridCol w="2527448">
                    <a:extLst>
                      <a:ext uri="{9D8B030D-6E8A-4147-A177-3AD203B41FA5}">
                        <a16:colId xmlns:a16="http://schemas.microsoft.com/office/drawing/2014/main" val="226836639"/>
                      </a:ext>
                    </a:extLst>
                  </a:gridCol>
                  <a:gridCol w="208280">
                    <a:extLst>
                      <a:ext uri="{9D8B030D-6E8A-4147-A177-3AD203B41FA5}">
                        <a16:colId xmlns:a16="http://schemas.microsoft.com/office/drawing/2014/main" val="3312123519"/>
                      </a:ext>
                    </a:extLst>
                  </a:gridCol>
                  <a:gridCol w="7975600">
                    <a:extLst>
                      <a:ext uri="{9D8B030D-6E8A-4147-A177-3AD203B41FA5}">
                        <a16:colId xmlns:a16="http://schemas.microsoft.com/office/drawing/2014/main" val="1504332508"/>
                      </a:ext>
                    </a:extLst>
                  </a:gridCol>
                </a:tblGrid>
                <a:tr h="186069">
                  <a:tc>
                    <a:txBody>
                      <a:bodyPr/>
                      <a:lstStyle/>
                      <a:p>
                        <a:pPr marL="0" indent="0" algn="ctr" defTabSz="914400" rtl="0" eaLnBrk="1" latinLnBrk="0" hangingPunct="1">
                          <a:lnSpc>
                            <a:spcPct val="95000"/>
                          </a:lnSpc>
                          <a:spcBef>
                            <a:spcPts val="800"/>
                          </a:spcBef>
                          <a:spcAft>
                            <a:spcPts val="500"/>
                          </a:spcAft>
                          <a:buFont typeface="Arial" panose="020B0604020202020204" pitchFamily="34" charset="0"/>
                          <a:buNone/>
                        </a:pPr>
                        <a:r>
                          <a:rPr lang="en-AU" sz="1100" b="0" kern="1200" cap="all" baseline="0">
                            <a:solidFill>
                              <a:schemeClr val="accent1"/>
                            </a:solidFill>
                            <a:latin typeface="+mj-lt"/>
                            <a:ea typeface="+mn-ea"/>
                            <a:cs typeface="+mn-cs"/>
                          </a:rPr>
                          <a:t>VALUE</a:t>
                        </a:r>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76200" cap="flat" cmpd="sng" algn="ctr">
                        <a:solidFill>
                          <a:srgbClr val="F5F5F5"/>
                        </a:solidFill>
                        <a:prstDash val="solid"/>
                        <a:round/>
                        <a:headEnd type="none" w="med" len="med"/>
                        <a:tailEnd type="none" w="med" len="med"/>
                      </a:lnB>
                      <a:no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b="1" kern="1200">
                            <a:solidFill>
                              <a:schemeClr val="lt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b="1" kern="1200">
                            <a:solidFill>
                              <a:schemeClr val="lt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b="1" kern="1200">
                            <a:solidFill>
                              <a:schemeClr val="lt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b="1" kern="1200" dirty="0" smtClean="0">
                            <a:solidFill>
                              <a:schemeClr val="lt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b="1" kern="1200">
                            <a:solidFill>
                              <a:schemeClr val="lt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b="1" kern="1200" baseline="0">
                            <a:solidFill>
                              <a:schemeClr val="lt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b="1" kern="1200">
                            <a:solidFill>
                              <a:schemeClr val="lt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b="1" kern="1200">
                            <a:solidFill>
                              <a:schemeClr val="lt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b="1" kern="1200">
                            <a:solidFill>
                              <a:schemeClr val="lt1"/>
                            </a:solidFill>
                            <a:latin typeface="Calibri Light"/>
                          </a:defRPr>
                        </a:lvl9pPr>
                      </a:lstStyle>
                      <a:p>
                        <a:pPr marL="0" algn="ctr" defTabSz="914400" rtl="0" eaLnBrk="1" latinLnBrk="0" hangingPunct="1"/>
                        <a:endParaRPr lang="en-AU" sz="1100" b="0" kern="1200" cap="all" baseline="0">
                          <a:solidFill>
                            <a:sysClr val="windowText" lastClr="000000"/>
                          </a:solidFill>
                          <a:latin typeface="+mj-lt"/>
                          <a:ea typeface="+mn-ea"/>
                          <a:cs typeface="+mn-cs"/>
                        </a:endParaRPr>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b="1" kern="1200">
                            <a:solidFill>
                              <a:schemeClr val="lt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b="1" kern="1200">
                            <a:solidFill>
                              <a:schemeClr val="lt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b="1" kern="1200">
                            <a:solidFill>
                              <a:schemeClr val="lt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b="1" kern="1200" dirty="0" smtClean="0">
                            <a:solidFill>
                              <a:schemeClr val="lt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b="1" kern="1200">
                            <a:solidFill>
                              <a:schemeClr val="lt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b="1" kern="1200" baseline="0">
                            <a:solidFill>
                              <a:schemeClr val="lt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b="1" kern="1200">
                            <a:solidFill>
                              <a:schemeClr val="lt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b="1" kern="1200">
                            <a:solidFill>
                              <a:schemeClr val="lt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b="1" kern="1200">
                            <a:solidFill>
                              <a:schemeClr val="lt1"/>
                            </a:solidFill>
                            <a:latin typeface="Calibri Light"/>
                          </a:defRPr>
                        </a:lvl9pPr>
                      </a:lstStyle>
                      <a:p>
                        <a:pPr marL="0" algn="ctr" defTabSz="914400" rtl="0" eaLnBrk="1" latinLnBrk="0" hangingPunct="1"/>
                        <a:r>
                          <a:rPr lang="en-AU" sz="1100" b="0" kern="1200" cap="all" baseline="0">
                            <a:solidFill>
                              <a:schemeClr val="accent1"/>
                            </a:solidFill>
                            <a:latin typeface="+mj-lt"/>
                            <a:ea typeface="+mn-ea"/>
                            <a:cs typeface="+mn-cs"/>
                          </a:rPr>
                          <a:t>What this means in Practice</a:t>
                        </a:r>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4000360"/>
                    </a:ext>
                  </a:extLst>
                </a:tr>
                <a:tr h="283903">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algn="ctr">
                          <a:spcBef>
                            <a:spcPts val="0"/>
                          </a:spcBef>
                          <a:spcAft>
                            <a:spcPts val="0"/>
                          </a:spcAft>
                        </a:pPr>
                        <a:r>
                          <a:rPr lang="en-US" sz="900" b="1" i="0" cap="none" baseline="0">
                            <a:solidFill>
                              <a:schemeClr val="tx1"/>
                            </a:solidFill>
                            <a:latin typeface="+mj-lt"/>
                          </a:rPr>
                          <a:t>Embedded Partner with Deep Business &amp; Platform Knowledge</a:t>
                        </a:r>
                        <a:endParaRPr lang="en-AU" sz="900" b="0" i="1" cap="none" baseline="0">
                          <a:solidFill>
                            <a:schemeClr val="tx1"/>
                          </a:solidFill>
                          <a:latin typeface="+mj-lt"/>
                        </a:endParaRPr>
                      </a:p>
                    </a:txBody>
                    <a:tcPr marL="72000" marR="72000" marT="72000" marB="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76200" cap="flat" cmpd="sng" algn="ctr">
                        <a:solidFill>
                          <a:srgbClr val="F5F5F5"/>
                        </a:solidFill>
                        <a:prstDash val="solid"/>
                        <a:round/>
                        <a:headEnd type="none" w="med" len="med"/>
                        <a:tailEnd type="none" w="med" len="med"/>
                      </a:lnT>
                      <a:lnB w="76200" cap="flat" cmpd="sng" algn="ctr">
                        <a:solidFill>
                          <a:srgbClr val="F5F5F5"/>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0" indent="0">
                          <a:buFont typeface="Arial" panose="020B0604020202020204" pitchFamily="34" charset="0"/>
                          <a:buNone/>
                        </a:pPr>
                        <a:endParaRPr lang="en-AU" sz="3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0" indent="0">
                          <a:lnSpc>
                            <a:spcPct val="100000"/>
                          </a:lnSpc>
                          <a:spcAft>
                            <a:spcPts val="300"/>
                          </a:spcAft>
                          <a:buFont typeface="Arial" panose="020B0604020202020204" pitchFamily="34" charset="0"/>
                          <a:buNone/>
                        </a:pPr>
                        <a:r>
                          <a:rPr lang="en-US" sz="800">
                            <a:solidFill>
                              <a:srgbClr val="2E2E2E"/>
                            </a:solidFill>
                            <a:latin typeface="+mj-lt"/>
                          </a:rPr>
                          <a:t>We work seamlessly as an embedded partner with your business and technology teams to shape, design, and deliver efficiently, utilising our institutional knowledge and expertise across your entire digital ecosystem, which we have built over the past 10+ years.</a:t>
                        </a: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solidFill>
                          <a:srgbClr val="E7E6E6"/>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8413545"/>
                    </a:ext>
                  </a:extLst>
                </a:tr>
                <a:tr h="235260">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algn="ctr">
                          <a:spcBef>
                            <a:spcPts val="0"/>
                          </a:spcBef>
                          <a:spcAft>
                            <a:spcPts val="0"/>
                          </a:spcAft>
                        </a:pPr>
                        <a:r>
                          <a:rPr lang="en-AU" sz="900" b="1" cap="none" baseline="0">
                            <a:solidFill>
                              <a:schemeClr val="tx1"/>
                            </a:solidFill>
                            <a:latin typeface="+mj-lt"/>
                          </a:rPr>
                          <a:t>End-to-End Accountability for outcomes</a:t>
                        </a:r>
                        <a:endParaRPr lang="en-AU" sz="900" b="0" i="1" cap="none" baseline="0">
                          <a:solidFill>
                            <a:schemeClr val="tx1"/>
                          </a:solidFill>
                          <a:latin typeface="+mj-lt"/>
                        </a:endParaRPr>
                      </a:p>
                    </a:txBody>
                    <a:tcPr marL="72000" marR="72000" marT="72000" marB="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76200" cap="flat" cmpd="sng" algn="ctr">
                        <a:solidFill>
                          <a:srgbClr val="F5F5F5"/>
                        </a:solidFill>
                        <a:prstDash val="solid"/>
                        <a:round/>
                        <a:headEnd type="none" w="med" len="med"/>
                        <a:tailEnd type="none" w="med" len="med"/>
                      </a:lnT>
                      <a:lnB w="76200" cap="flat" cmpd="sng" algn="ctr">
                        <a:solidFill>
                          <a:srgbClr val="F5F5F5"/>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171450" indent="-171450">
                          <a:buFont typeface="Arial" panose="020B0604020202020204" pitchFamily="34" charset="0"/>
                          <a:buChar char="•"/>
                        </a:pPr>
                        <a:endParaRPr lang="en-AU" sz="3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0" indent="0" algn="l" defTabSz="914400" rtl="0" eaLnBrk="1" latinLnBrk="0" hangingPunct="1">
                          <a:lnSpc>
                            <a:spcPct val="100000"/>
                          </a:lnSpc>
                          <a:spcBef>
                            <a:spcPts val="800"/>
                          </a:spcBef>
                          <a:spcAft>
                            <a:spcPts val="300"/>
                          </a:spcAft>
                          <a:buFont typeface="Arial" panose="020B0604020202020204" pitchFamily="34" charset="0"/>
                          <a:buNone/>
                        </a:pPr>
                        <a:r>
                          <a:rPr lang="en-US" sz="800" kern="1200" noProof="0">
                            <a:solidFill>
                              <a:srgbClr val="2E2E2E"/>
                            </a:solidFill>
                            <a:latin typeface="+mj-lt"/>
                            <a:ea typeface="+mn-ea"/>
                            <a:cs typeface="+mn-cs"/>
                          </a:rPr>
                          <a:t>We take end-to-end accountability for outcomes, shaping the business and technical solution from early ambiguity and complexity through build, release, and 24/7 managed services, reducing hand-offs and delivery risk.</a:t>
                        </a: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rgbClr val="E7E6E6"/>
                        </a:solidFill>
                        <a:prstDash val="sysDot"/>
                        <a:round/>
                        <a:headEnd type="none" w="med" len="med"/>
                        <a:tailEnd type="none" w="med" len="med"/>
                      </a:lnT>
                      <a:lnB w="12700" cap="flat" cmpd="sng" algn="ctr">
                        <a:solidFill>
                          <a:srgbClr val="E7E6E6"/>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5331526"/>
                    </a:ext>
                  </a:extLst>
                </a:tr>
                <a:tr h="235260">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0" indent="0" algn="ctr" defTabSz="914400" rtl="0" eaLnBrk="1" latinLnBrk="0" hangingPunct="1">
                          <a:lnSpc>
                            <a:spcPct val="95000"/>
                          </a:lnSpc>
                          <a:spcBef>
                            <a:spcPts val="0"/>
                          </a:spcBef>
                          <a:spcAft>
                            <a:spcPts val="0"/>
                          </a:spcAft>
                          <a:buFont typeface="Arial" panose="020B0604020202020204" pitchFamily="34" charset="0"/>
                          <a:buNone/>
                        </a:pPr>
                        <a:r>
                          <a:rPr lang="en-AU" sz="900" b="1" kern="1200" cap="none" baseline="0">
                            <a:solidFill>
                              <a:schemeClr val="tx1"/>
                            </a:solidFill>
                            <a:latin typeface="+mj-lt"/>
                            <a:ea typeface="+mn-ea"/>
                            <a:cs typeface="+mn-cs"/>
                          </a:rPr>
                          <a:t>Flexible Scale</a:t>
                        </a:r>
                      </a:p>
                    </a:txBody>
                    <a:tcPr marL="72000" marR="72000" marT="72000" marB="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76200" cap="flat" cmpd="sng" algn="ctr">
                        <a:solidFill>
                          <a:srgbClr val="F5F5F5"/>
                        </a:solidFill>
                        <a:prstDash val="solid"/>
                        <a:round/>
                        <a:headEnd type="none" w="med" len="med"/>
                        <a:tailEnd type="none" w="med" len="med"/>
                      </a:lnT>
                      <a:lnB w="76200" cap="flat" cmpd="sng" algn="ctr">
                        <a:solidFill>
                          <a:srgbClr val="F5F5F5"/>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171450" indent="-171450">
                          <a:buFont typeface="Arial" panose="020B0604020202020204" pitchFamily="34" charset="0"/>
                          <a:buChar char="•"/>
                        </a:pPr>
                        <a:endParaRPr lang="en-AU" sz="30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0" indent="0" algn="l" defTabSz="914400" rtl="0" eaLnBrk="1" latinLnBrk="0" hangingPunct="1">
                          <a:lnSpc>
                            <a:spcPct val="100000"/>
                          </a:lnSpc>
                          <a:spcBef>
                            <a:spcPts val="800"/>
                          </a:spcBef>
                          <a:spcAft>
                            <a:spcPts val="300"/>
                          </a:spcAft>
                          <a:buFont typeface="Arial" panose="020B0604020202020204" pitchFamily="34" charset="0"/>
                          <a:buNone/>
                        </a:pPr>
                        <a:r>
                          <a:rPr lang="en-US" sz="800" kern="1200" noProof="0">
                            <a:solidFill>
                              <a:srgbClr val="2E2E2E"/>
                            </a:solidFill>
                            <a:latin typeface="+mj-lt"/>
                            <a:ea typeface="+mn-ea"/>
                            <a:cs typeface="+mn-cs"/>
                          </a:rPr>
                          <a:t>We provide flexible, tier-one scale, giving you access to a broad range of capabilities, both onshore and offshore, in a cost-effective way, while delivering with quality and accountability. We move with your business, whether that means ramping up, scaling down, or pivoting as plans change.</a:t>
                        </a: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rgbClr val="E7E6E6"/>
                        </a:solidFill>
                        <a:prstDash val="sysDot"/>
                        <a:round/>
                        <a:headEnd type="none" w="med" len="med"/>
                        <a:tailEnd type="none" w="med" len="med"/>
                      </a:lnT>
                      <a:lnB w="12700" cap="flat" cmpd="sng" algn="ctr">
                        <a:solidFill>
                          <a:srgbClr val="E7E6E6"/>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339459"/>
                    </a:ext>
                  </a:extLst>
                </a:tr>
                <a:tr h="283903">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algn="ctr">
                          <a:spcBef>
                            <a:spcPts val="0"/>
                          </a:spcBef>
                          <a:spcAft>
                            <a:spcPts val="0"/>
                          </a:spcAft>
                        </a:pPr>
                        <a:r>
                          <a:rPr lang="en-US" sz="900" b="1" i="0" cap="none" baseline="0">
                            <a:solidFill>
                              <a:schemeClr val="tx1"/>
                            </a:solidFill>
                            <a:latin typeface="+mj-lt"/>
                          </a:rPr>
                          <a:t>Member Outcomes with Proven Delivery</a:t>
                        </a:r>
                        <a:endParaRPr lang="en-AU" sz="900" b="0" i="1" cap="none" baseline="0">
                          <a:solidFill>
                            <a:schemeClr val="tx1"/>
                          </a:solidFill>
                          <a:latin typeface="+mj-lt"/>
                        </a:endParaRPr>
                      </a:p>
                    </a:txBody>
                    <a:tcPr marL="72000" marR="72000" marT="72000" marB="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76200" cap="flat" cmpd="sng" algn="ctr">
                        <a:solidFill>
                          <a:srgbClr val="F5F5F5"/>
                        </a:solidFill>
                        <a:prstDash val="solid"/>
                        <a:round/>
                        <a:headEnd type="none" w="med" len="med"/>
                        <a:tailEnd type="none" w="med" len="med"/>
                      </a:lnT>
                      <a:lnB w="76200" cap="flat" cmpd="sng" algn="ctr">
                        <a:solidFill>
                          <a:srgbClr val="F5F5F5"/>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171450" indent="-171450">
                          <a:buFont typeface="Arial" panose="020B0604020202020204" pitchFamily="34" charset="0"/>
                          <a:buChar char="•"/>
                        </a:pPr>
                        <a:endParaRPr lang="en-AU" sz="300">
                          <a:solidFill>
                            <a:schemeClr val="tx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indent="0" algn="l" defTabSz="914400" rtl="0" eaLnBrk="1" latinLnBrk="0" hangingPunct="1">
                          <a:lnSpc>
                            <a:spcPct val="95000"/>
                          </a:lnSpc>
                          <a:spcBef>
                            <a:spcPts val="800"/>
                          </a:spcBef>
                          <a:spcAft>
                            <a:spcPts val="500"/>
                          </a:spcAft>
                          <a:buFont typeface="Arial" panose="020B0604020202020204" pitchFamily="34" charset="0"/>
                          <a:buNone/>
                          <a:defRPr sz="1500" kern="1200">
                            <a:solidFill>
                              <a:schemeClr val="dk1"/>
                            </a:solidFill>
                            <a:latin typeface="Calibri Light"/>
                          </a:defRPr>
                        </a:lvl1pPr>
                        <a:lvl2pPr marL="126000" indent="-126000" algn="l" defTabSz="914400" rtl="0" eaLnBrk="1" latinLnBrk="0" hangingPunct="1">
                          <a:lnSpc>
                            <a:spcPct val="95000"/>
                          </a:lnSpc>
                          <a:spcBef>
                            <a:spcPts val="500"/>
                          </a:spcBef>
                          <a:spcAft>
                            <a:spcPts val="500"/>
                          </a:spcAft>
                          <a:buClr>
                            <a:schemeClr val="accent1"/>
                          </a:buClr>
                          <a:buFont typeface="Arial" panose="020B0604020202020204" pitchFamily="34" charset="0"/>
                          <a:buChar char="•"/>
                          <a:defRPr sz="1500" kern="1200">
                            <a:solidFill>
                              <a:schemeClr val="dk1"/>
                            </a:solidFill>
                            <a:latin typeface="Calibri Light"/>
                          </a:defRPr>
                        </a:lvl2pPr>
                        <a:lvl3pPr marL="252000" indent="-126000" algn="l" defTabSz="914400" rtl="0" eaLnBrk="1" latinLnBrk="0" hangingPunct="1">
                          <a:lnSpc>
                            <a:spcPct val="95000"/>
                          </a:lnSpc>
                          <a:spcBef>
                            <a:spcPts val="500"/>
                          </a:spcBef>
                          <a:spcAft>
                            <a:spcPts val="500"/>
                          </a:spcAft>
                          <a:buClr>
                            <a:schemeClr val="tx1"/>
                          </a:buClr>
                          <a:buFont typeface="Arial" panose="020B0604020202020204" pitchFamily="34" charset="0"/>
                          <a:buChar char="­"/>
                          <a:defRPr sz="1400" kern="1200">
                            <a:solidFill>
                              <a:schemeClr val="dk1"/>
                            </a:solidFill>
                            <a:latin typeface="Calibri Light"/>
                          </a:defRPr>
                        </a:lvl3pPr>
                        <a:lvl4pPr marL="360000" indent="-126000" algn="l" defTabSz="914400" rtl="0" eaLnBrk="1" latinLnBrk="0" hangingPunct="1">
                          <a:lnSpc>
                            <a:spcPct val="95000"/>
                          </a:lnSpc>
                          <a:spcBef>
                            <a:spcPts val="300"/>
                          </a:spcBef>
                          <a:spcAft>
                            <a:spcPts val="300"/>
                          </a:spcAft>
                          <a:buClr>
                            <a:schemeClr val="accent1"/>
                          </a:buClr>
                          <a:buFont typeface="Arial" panose="020B0604020202020204" pitchFamily="34" charset="0"/>
                          <a:buChar char="•"/>
                          <a:defRPr lang="en-US" sz="1400" kern="1200" dirty="0" smtClean="0">
                            <a:solidFill>
                              <a:schemeClr val="dk1"/>
                            </a:solidFill>
                            <a:latin typeface="Calibri Light"/>
                          </a:defRPr>
                        </a:lvl4pPr>
                        <a:lvl5pPr marL="468000" indent="-108000" algn="l" defTabSz="914400" rtl="0" eaLnBrk="1" latinLnBrk="0" hangingPunct="1">
                          <a:lnSpc>
                            <a:spcPct val="95000"/>
                          </a:lnSpc>
                          <a:spcBef>
                            <a:spcPts val="300"/>
                          </a:spcBef>
                          <a:spcAft>
                            <a:spcPts val="300"/>
                          </a:spcAft>
                          <a:buClr>
                            <a:schemeClr val="tx1"/>
                          </a:buClr>
                          <a:buFont typeface="Signika Negative Light" panose="02010003020600000004" pitchFamily="2" charset="0"/>
                          <a:buChar char="–"/>
                          <a:defRPr sz="1200" kern="1200">
                            <a:solidFill>
                              <a:schemeClr val="dk1"/>
                            </a:solidFill>
                            <a:latin typeface="Calibri Light"/>
                          </a:defRPr>
                        </a:lvl5pPr>
                        <a:lvl6pPr marL="576000" indent="-108000" algn="l" defTabSz="914400" rtl="0" eaLnBrk="1" latinLnBrk="0" hangingPunct="1">
                          <a:lnSpc>
                            <a:spcPct val="95000"/>
                          </a:lnSpc>
                          <a:spcBef>
                            <a:spcPts val="0"/>
                          </a:spcBef>
                          <a:spcAft>
                            <a:spcPts val="300"/>
                          </a:spcAft>
                          <a:buFont typeface="Arial" panose="020B0604020202020204" pitchFamily="34" charset="0"/>
                          <a:buChar char="•"/>
                          <a:defRPr sz="1200" kern="1200" baseline="0">
                            <a:solidFill>
                              <a:schemeClr val="dk1"/>
                            </a:solidFill>
                            <a:latin typeface="Calibri Light"/>
                          </a:defRPr>
                        </a:lvl6pPr>
                        <a:lvl7pPr marL="0" indent="0" algn="l" defTabSz="914400" rtl="0" eaLnBrk="1" latinLnBrk="0" hangingPunct="1">
                          <a:lnSpc>
                            <a:spcPct val="95000"/>
                          </a:lnSpc>
                          <a:spcBef>
                            <a:spcPts val="500"/>
                          </a:spcBef>
                          <a:spcAft>
                            <a:spcPts val="300"/>
                          </a:spcAft>
                          <a:buClr>
                            <a:schemeClr val="accent1"/>
                          </a:buClr>
                          <a:buFont typeface="Arial" panose="020B0604020202020204" pitchFamily="34" charset="0"/>
                          <a:buNone/>
                          <a:defRPr sz="900" kern="1200">
                            <a:solidFill>
                              <a:schemeClr val="dk1"/>
                            </a:solidFill>
                            <a:latin typeface="Calibri Light"/>
                          </a:defRPr>
                        </a:lvl7pPr>
                        <a:lvl8pPr marL="72000" indent="-72000" algn="l" defTabSz="914400" rtl="0" eaLnBrk="1" latinLnBrk="0" hangingPunct="1">
                          <a:lnSpc>
                            <a:spcPct val="95000"/>
                          </a:lnSpc>
                          <a:spcBef>
                            <a:spcPts val="200"/>
                          </a:spcBef>
                          <a:spcAft>
                            <a:spcPts val="200"/>
                          </a:spcAft>
                          <a:buClr>
                            <a:schemeClr val="accent1"/>
                          </a:buClr>
                          <a:buFont typeface="Arial" panose="020B0604020202020204" pitchFamily="34" charset="0"/>
                          <a:buChar char="•"/>
                          <a:defRPr sz="900" kern="1200">
                            <a:solidFill>
                              <a:schemeClr val="dk1"/>
                            </a:solidFill>
                            <a:latin typeface="Calibri Light"/>
                          </a:defRPr>
                        </a:lvl8pPr>
                        <a:lvl9pPr marL="162000" indent="-90000" algn="l" defTabSz="914400" rtl="0" eaLnBrk="1" latinLnBrk="0" hangingPunct="1">
                          <a:lnSpc>
                            <a:spcPct val="95000"/>
                          </a:lnSpc>
                          <a:spcBef>
                            <a:spcPts val="200"/>
                          </a:spcBef>
                          <a:spcAft>
                            <a:spcPts val="200"/>
                          </a:spcAft>
                          <a:buFont typeface="Signika Negative Light" panose="02010003020600000004" pitchFamily="2" charset="0"/>
                          <a:buChar char="–"/>
                          <a:defRPr sz="900" kern="1200">
                            <a:solidFill>
                              <a:schemeClr val="dk1"/>
                            </a:solidFill>
                            <a:latin typeface="Calibri Light"/>
                          </a:defRPr>
                        </a:lvl9pPr>
                      </a:lstStyle>
                      <a:p>
                        <a:pPr marL="0" indent="0" algn="l" defTabSz="914400" rtl="0" eaLnBrk="1" latinLnBrk="0" hangingPunct="1">
                          <a:lnSpc>
                            <a:spcPct val="100000"/>
                          </a:lnSpc>
                          <a:spcBef>
                            <a:spcPts val="800"/>
                          </a:spcBef>
                          <a:spcAft>
                            <a:spcPts val="300"/>
                          </a:spcAft>
                          <a:buFont typeface="Arial" panose="020B0604020202020204" pitchFamily="34" charset="0"/>
                          <a:buNone/>
                        </a:pPr>
                        <a:r>
                          <a:rPr lang="en-US" altLang="en-US" sz="800" kern="1200">
                            <a:solidFill>
                              <a:srgbClr val="2E2E2E"/>
                            </a:solidFill>
                            <a:latin typeface="+mj-lt"/>
                            <a:ea typeface="+mn-ea"/>
                            <a:cs typeface="+mn-cs"/>
                          </a:rPr>
                          <a:t>We provide strong, outcomes-focused people—not extra bodies or staff augmentation. Our core focus is on Member outcomes with proven delivery cadences.</a:t>
                        </a:r>
                        <a:endParaRPr lang="en-AU" sz="800" kern="1200">
                          <a:solidFill>
                            <a:srgbClr val="2E2E2E"/>
                          </a:solidFill>
                          <a:latin typeface="+mj-lt"/>
                          <a:ea typeface="+mn-ea"/>
                          <a:cs typeface="+mn-cs"/>
                        </a:endParaRP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rgbClr val="E7E6E6"/>
                        </a:solidFill>
                        <a:prstDash val="sysDot"/>
                        <a:round/>
                        <a:headEnd type="none" w="med" len="med"/>
                        <a:tailEnd type="none" w="med" len="med"/>
                      </a:lnT>
                      <a:lnB w="12700" cap="flat" cmpd="sng" algn="ctr">
                        <a:solidFill>
                          <a:srgbClr val="E7E6E6"/>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160847"/>
                    </a:ext>
                  </a:extLst>
                </a:tr>
              </a:tbl>
            </a:graphicData>
          </a:graphic>
        </p:graphicFrame>
        <p:sp>
          <p:nvSpPr>
            <p:cNvPr id="18" name="Arrow: Chevron 17">
              <a:extLst>
                <a:ext uri="{FF2B5EF4-FFF2-40B4-BE49-F238E27FC236}">
                  <a16:creationId xmlns:a16="http://schemas.microsoft.com/office/drawing/2014/main" id="{AEAD02CE-FDC1-A123-8659-821EC94916F5}"/>
                </a:ext>
              </a:extLst>
            </p:cNvPr>
            <p:cNvSpPr/>
            <p:nvPr/>
          </p:nvSpPr>
          <p:spPr>
            <a:xfrm>
              <a:off x="3298226" y="1145898"/>
              <a:ext cx="130596" cy="26078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prstClr val="white"/>
                </a:solidFill>
                <a:effectLst/>
                <a:uLnTx/>
                <a:uFillTx/>
                <a:latin typeface="Calibri Light"/>
                <a:ea typeface="+mn-ea"/>
                <a:cs typeface="+mn-cs"/>
              </a:endParaRPr>
            </a:p>
          </p:txBody>
        </p:sp>
        <p:sp>
          <p:nvSpPr>
            <p:cNvPr id="19" name="Arrow: Chevron 18">
              <a:extLst>
                <a:ext uri="{FF2B5EF4-FFF2-40B4-BE49-F238E27FC236}">
                  <a16:creationId xmlns:a16="http://schemas.microsoft.com/office/drawing/2014/main" id="{E586AC84-573C-47A5-2A7C-5D4DC10C5705}"/>
                </a:ext>
              </a:extLst>
            </p:cNvPr>
            <p:cNvSpPr/>
            <p:nvPr/>
          </p:nvSpPr>
          <p:spPr>
            <a:xfrm>
              <a:off x="3298226" y="1580625"/>
              <a:ext cx="130596" cy="26078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prstClr val="white"/>
                </a:solidFill>
                <a:effectLst/>
                <a:uLnTx/>
                <a:uFillTx/>
                <a:latin typeface="Calibri Light"/>
                <a:ea typeface="+mn-ea"/>
                <a:cs typeface="+mn-cs"/>
              </a:endParaRPr>
            </a:p>
          </p:txBody>
        </p:sp>
        <p:sp>
          <p:nvSpPr>
            <p:cNvPr id="20" name="Arrow: Chevron 19">
              <a:extLst>
                <a:ext uri="{FF2B5EF4-FFF2-40B4-BE49-F238E27FC236}">
                  <a16:creationId xmlns:a16="http://schemas.microsoft.com/office/drawing/2014/main" id="{7F2EBDCE-CD1A-B6AB-9804-B64854819093}"/>
                </a:ext>
              </a:extLst>
            </p:cNvPr>
            <p:cNvSpPr/>
            <p:nvPr/>
          </p:nvSpPr>
          <p:spPr>
            <a:xfrm>
              <a:off x="3298226" y="2023225"/>
              <a:ext cx="130596" cy="26078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prstClr val="white"/>
                </a:solidFill>
                <a:effectLst/>
                <a:uLnTx/>
                <a:uFillTx/>
                <a:latin typeface="Calibri Light"/>
                <a:ea typeface="+mn-ea"/>
                <a:cs typeface="+mn-cs"/>
              </a:endParaRPr>
            </a:p>
          </p:txBody>
        </p:sp>
        <p:sp>
          <p:nvSpPr>
            <p:cNvPr id="21" name="Arrow: Chevron 20">
              <a:extLst>
                <a:ext uri="{FF2B5EF4-FFF2-40B4-BE49-F238E27FC236}">
                  <a16:creationId xmlns:a16="http://schemas.microsoft.com/office/drawing/2014/main" id="{BCE49324-6696-A82E-97C1-F9EA3C009F32}"/>
                </a:ext>
              </a:extLst>
            </p:cNvPr>
            <p:cNvSpPr/>
            <p:nvPr/>
          </p:nvSpPr>
          <p:spPr>
            <a:xfrm>
              <a:off x="3298226" y="2471599"/>
              <a:ext cx="130596" cy="26078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prstClr val="white"/>
                </a:solidFill>
                <a:effectLst/>
                <a:uLnTx/>
                <a:uFillTx/>
                <a:latin typeface="Calibri Light"/>
                <a:ea typeface="+mn-ea"/>
                <a:cs typeface="+mn-cs"/>
              </a:endParaRPr>
            </a:p>
          </p:txBody>
        </p:sp>
      </p:grpSp>
      <p:sp>
        <p:nvSpPr>
          <p:cNvPr id="23" name="Rectangle: Rounded Corners 22">
            <a:extLst>
              <a:ext uri="{FF2B5EF4-FFF2-40B4-BE49-F238E27FC236}">
                <a16:creationId xmlns:a16="http://schemas.microsoft.com/office/drawing/2014/main" id="{EFD97C2B-D40D-1537-E09F-B4D3DE4F4D3D}"/>
              </a:ext>
            </a:extLst>
          </p:cNvPr>
          <p:cNvSpPr/>
          <p:nvPr/>
        </p:nvSpPr>
        <p:spPr>
          <a:xfrm>
            <a:off x="3600951" y="3589020"/>
            <a:ext cx="5158710" cy="2217420"/>
          </a:xfrm>
          <a:prstGeom prst="roundRect">
            <a:avLst/>
          </a:prstGeom>
          <a:no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Isosceles Triangle 23">
            <a:extLst>
              <a:ext uri="{FF2B5EF4-FFF2-40B4-BE49-F238E27FC236}">
                <a16:creationId xmlns:a16="http://schemas.microsoft.com/office/drawing/2014/main" id="{006C9ADB-D166-8D83-566A-286B73E36A4F}"/>
              </a:ext>
            </a:extLst>
          </p:cNvPr>
          <p:cNvSpPr/>
          <p:nvPr/>
        </p:nvSpPr>
        <p:spPr>
          <a:xfrm>
            <a:off x="5547360" y="5846918"/>
            <a:ext cx="1097280" cy="81870"/>
          </a:xfrm>
          <a:prstGeom prst="triangle">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Isosceles Triangle 24">
            <a:extLst>
              <a:ext uri="{FF2B5EF4-FFF2-40B4-BE49-F238E27FC236}">
                <a16:creationId xmlns:a16="http://schemas.microsoft.com/office/drawing/2014/main" id="{3A234C5D-5DBA-874D-7702-54082350F031}"/>
              </a:ext>
            </a:extLst>
          </p:cNvPr>
          <p:cNvSpPr/>
          <p:nvPr/>
        </p:nvSpPr>
        <p:spPr>
          <a:xfrm rot="10800000">
            <a:off x="5478780" y="3462470"/>
            <a:ext cx="1097280" cy="81870"/>
          </a:xfrm>
          <a:prstGeom prst="triangle">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Isosceles Triangle 25">
            <a:extLst>
              <a:ext uri="{FF2B5EF4-FFF2-40B4-BE49-F238E27FC236}">
                <a16:creationId xmlns:a16="http://schemas.microsoft.com/office/drawing/2014/main" id="{C9E71ED2-F372-47DD-4128-51043A19234A}"/>
              </a:ext>
            </a:extLst>
          </p:cNvPr>
          <p:cNvSpPr/>
          <p:nvPr/>
        </p:nvSpPr>
        <p:spPr>
          <a:xfrm rot="5400000">
            <a:off x="2841390" y="4656795"/>
            <a:ext cx="1097280" cy="81870"/>
          </a:xfrm>
          <a:prstGeom prst="triangle">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b="1"/>
          </a:p>
        </p:txBody>
      </p:sp>
      <p:sp>
        <p:nvSpPr>
          <p:cNvPr id="27" name="Isosceles Triangle 26">
            <a:extLst>
              <a:ext uri="{FF2B5EF4-FFF2-40B4-BE49-F238E27FC236}">
                <a16:creationId xmlns:a16="http://schemas.microsoft.com/office/drawing/2014/main" id="{B2E7D09B-11C8-8264-9E53-49FCEDB2DD24}"/>
              </a:ext>
            </a:extLst>
          </p:cNvPr>
          <p:cNvSpPr/>
          <p:nvPr/>
        </p:nvSpPr>
        <p:spPr>
          <a:xfrm rot="16200000">
            <a:off x="8430311" y="4773392"/>
            <a:ext cx="1097280" cy="81870"/>
          </a:xfrm>
          <a:prstGeom prst="triangle">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b="1"/>
          </a:p>
        </p:txBody>
      </p:sp>
      <p:sp>
        <p:nvSpPr>
          <p:cNvPr id="29" name="TextBox 28">
            <a:extLst>
              <a:ext uri="{FF2B5EF4-FFF2-40B4-BE49-F238E27FC236}">
                <a16:creationId xmlns:a16="http://schemas.microsoft.com/office/drawing/2014/main" id="{5F00E816-8711-CE43-F95A-6F1EE0247DFA}"/>
              </a:ext>
            </a:extLst>
          </p:cNvPr>
          <p:cNvSpPr txBox="1"/>
          <p:nvPr/>
        </p:nvSpPr>
        <p:spPr>
          <a:xfrm>
            <a:off x="2778151" y="2645653"/>
            <a:ext cx="6635698" cy="253146"/>
          </a:xfrm>
          <a:prstGeom prst="rect">
            <a:avLst/>
          </a:prstGeom>
          <a:noFill/>
        </p:spPr>
        <p:txBody>
          <a:bodyPr wrap="square">
            <a:spAutoFit/>
          </a:bodyPr>
          <a:lstStyle/>
          <a:p>
            <a:pPr algn="ctr">
              <a:lnSpc>
                <a:spcPct val="95000"/>
              </a:lnSpc>
              <a:spcBef>
                <a:spcPts val="800"/>
              </a:spcBef>
              <a:spcAft>
                <a:spcPts val="500"/>
              </a:spcAft>
            </a:pPr>
            <a:r>
              <a:rPr lang="en-AU" sz="1100" cap="all">
                <a:solidFill>
                  <a:schemeClr val="accent1"/>
                </a:solidFill>
                <a:latin typeface="+mj-lt"/>
              </a:rPr>
              <a:t>Overview of Deloitte Scope within Member Domain</a:t>
            </a:r>
          </a:p>
        </p:txBody>
      </p:sp>
      <p:sp>
        <p:nvSpPr>
          <p:cNvPr id="30" name="Arrow: Chevron 29">
            <a:extLst>
              <a:ext uri="{FF2B5EF4-FFF2-40B4-BE49-F238E27FC236}">
                <a16:creationId xmlns:a16="http://schemas.microsoft.com/office/drawing/2014/main" id="{D0217950-57AE-E0EE-D5F1-7697D76399EB}"/>
              </a:ext>
            </a:extLst>
          </p:cNvPr>
          <p:cNvSpPr/>
          <p:nvPr/>
        </p:nvSpPr>
        <p:spPr>
          <a:xfrm>
            <a:off x="3333077" y="2282827"/>
            <a:ext cx="130596" cy="16521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275599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B82BAE18505F4AA2E1E16BEB0A2A52" ma:contentTypeVersion="18" ma:contentTypeDescription="Create a new document." ma:contentTypeScope="" ma:versionID="30e3b73a66a318e8a732b5b53a75883c">
  <xsd:schema xmlns:xsd="http://www.w3.org/2001/XMLSchema" xmlns:xs="http://www.w3.org/2001/XMLSchema" xmlns:p="http://schemas.microsoft.com/office/2006/metadata/properties" xmlns:ns2="9689fb21-2ebb-4827-bf60-35023e79e4e5" xmlns:ns3="03a512cc-7283-44a8-96e3-15650cd296a0" targetNamespace="http://schemas.microsoft.com/office/2006/metadata/properties" ma:root="true" ma:fieldsID="189542954c138cd2969680400bcda313" ns2:_="" ns3:_="">
    <xsd:import namespace="9689fb21-2ebb-4827-bf60-35023e79e4e5"/>
    <xsd:import namespace="03a512cc-7283-44a8-96e3-15650cd296a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bjectDetectorVersions" minOccurs="0"/>
                <xsd:element ref="ns2:MediaServiceSearchProperties" minOccurs="0"/>
                <xsd:element ref="ns2:MediaServiceLocation"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89fb21-2ebb-4827-bf60-35023e79e4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LengthInSeconds" ma:index="24" nillable="true" ma:displayName="MediaLengthInSeconds" ma:hidden="true" ma:internalName="MediaLengthInSeconds" ma:readOnly="true">
      <xsd:simpleType>
        <xsd:restriction base="dms:Unknow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3a512cc-7283-44a8-96e3-15650cd296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bfa91aa6-ed0b-42fa-a3b8-a31780e7db81}" ma:internalName="TaxCatchAll" ma:showField="CatchAllData" ma:web="03a512cc-7283-44a8-96e3-15650cd296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3a512cc-7283-44a8-96e3-15650cd296a0" xsi:nil="true"/>
    <lcf76f155ced4ddcb4097134ff3c332f xmlns="9689fb21-2ebb-4827-bf60-35023e79e4e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80BDA6C-C02D-4662-9935-65C0F8DCCDBF}"/>
</file>

<file path=customXml/itemProps2.xml><?xml version="1.0" encoding="utf-8"?>
<ds:datastoreItem xmlns:ds="http://schemas.openxmlformats.org/officeDocument/2006/customXml" ds:itemID="{81C99BFE-A12A-4480-9A9B-B7028DE4FBB6}"/>
</file>

<file path=customXml/itemProps3.xml><?xml version="1.0" encoding="utf-8"?>
<ds:datastoreItem xmlns:ds="http://schemas.openxmlformats.org/officeDocument/2006/customXml" ds:itemID="{4947EE69-4C1A-4EB4-AFFD-8C2FE466DEC9}"/>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otalTime>3</TotalTime>
  <Words>326</Words>
  <Application>Microsoft Macintosh PowerPoint</Application>
  <PresentationFormat>Widescreen</PresentationFormat>
  <Paragraphs>81</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Calibri Light</vt:lpstr>
      <vt:lpstr>Office Theme</vt:lpstr>
      <vt:lpstr>Ai Roadmap</vt:lpstr>
      <vt:lpstr>Member Domain Current State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Outtram, Troy</dc:creator>
  <cp:lastModifiedBy>Outtram, Troy</cp:lastModifiedBy>
  <cp:revision>1</cp:revision>
  <dcterms:created xsi:type="dcterms:W3CDTF">2026-02-23T20:22:54Z</dcterms:created>
  <dcterms:modified xsi:type="dcterms:W3CDTF">2026-02-23T20:26:27Z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0x01010016B82BAE18505F4AA2E1E16BEB0A2A52</vt:lpwstr>
  </property>
</Properties>
</file>