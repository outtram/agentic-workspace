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Uplift Models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Delivery Through Agentic Engineering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0" y="3840480"/>
            <a:ext cx="3657600" cy="4572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10-person squad  ·  ~2,000 story points / year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to Make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shapes the engagement differently — and each requires alignment from both sides.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659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Depth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aggressively do we embed AI into the delivery model?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6459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64592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Model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47472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engagement priced and who carries the risk?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164592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64592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659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788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0936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&amp; Risk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0936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prove it works and protect both sides?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Integration Depth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aggressively do we embed AI into the delivery model?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Learn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33375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Squad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0" y="33375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AI-First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 — Embed &amp;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AI-enabled engineer replaces a traditional dev role. Builds AI tooling while delivering against the existing backlog.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engineer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10-person squad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46304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(Consulting)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investment 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concept with real delivery metrics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upside — selling one seat, not a model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stretched between delivery and tooling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463040"/>
            <a:ext cx="2834640" cy="54864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disruption to existing squad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approve internally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transformational ROI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on new ways of working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 — Hybrid Squad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of AI-enabled and traditional roles. Gradually replace manual effort with agentic tooling as it matures.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+ 3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+ AI-enabled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10-person squad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46304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(Consulting)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risk profile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 &amp; iterate tooling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migration path to All-In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define commercially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463040"/>
            <a:ext cx="2834640" cy="54864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progressive but safe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should hold or improve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change management required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are incremental, not headline-grabbing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C — All-In AI-First Squad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5-person AI-native squad. Purpose-built to maximise throughput. Tooling reusable across all squads.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engineers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work of 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46304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(Consulting)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upside — selling capability, not headcount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 across other clients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delivery risk if tooling underperforms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strong proof points early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463040"/>
            <a:ext cx="2834640" cy="54864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transformational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doing the work of 10 is a compelling 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 required — unproven model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compounds across squads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engagement priced and who carries the risk?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 — Fixed Cost (We Absorb Risk)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price as current squad. We deliver using AI-enabled people, absorb tooling costs, keep the margin upside.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Split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Us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Client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146304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(Consulting)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delivery method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works, margins expand significantly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doesn't, we eat the cost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commercial 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63040"/>
            <a:ext cx="2834640" cy="54864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risk — same cost, same or better output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approve internally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skin in the game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incentive to champion the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 — 50/50 Shared Investment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cost of AI uplift. Savings from efficiency gains are shared 50/50.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testers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288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split 50/50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on AI testers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(2x efficiency)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17520" y="146304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(Consulting)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004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upfront investment 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incentives — both parties win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transparent metrics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commercial negotiation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1463040"/>
            <a:ext cx="2834640" cy="54864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1792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partnership, not vendor relationship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AI capability at half cost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internal budget approval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must be measurable and auditable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 — Client-Funded Uplift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funds the AI tooling build directly. They own the output uplift.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output uplift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0" y="1463040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 (Consulting)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R&amp;D — lowest financial risk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owns the IP narrative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reuse tooling elsewhere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uplift may underwhelm vs. investment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8346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463040"/>
            <a:ext cx="2834640" cy="54864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of AI capability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apply beyond this engagement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uncertain returns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are we funding a consultancy's R&amp;D?"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Realisation &amp; Risk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prove it works and protect both sides?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Matrix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tooling underdelivers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drops, client loses 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period with clear exit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resistance / skill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adoption, shadow processes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Upskilling plan, pair with AI engineers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stalls in procurement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fixed cost, graduate to 50/50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disputes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friction post-engagement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ownership upfront in SOW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Over-promise on 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Credibility damage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estimates, let results speak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 to Decide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we invest upfront?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willing to absorb all risk for higher margin?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lead with Option A or Option C?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Prove-then-scale vs. bold transformation pitch?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commercial model do we propose first?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 is easiest to sell — but limits upside sharing.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IP we build?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reusability across other clients.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Needs to Decide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disruption can they tolerate?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(Option A) vs. transformational (Option C).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they co-invest or expect fixed cost?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approval for AI uplift vs. status quo pricing.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success look like for them?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Velocity? Cost reduction? Innovation narrative?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willing to pilot for 4–6 weeks?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contained proof point before full commitment.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Path 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Fixed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friction. Client pays the same. We prove the model works on our own dime.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945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4–6 Week 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Contained scope. Clear before/after metrics. Build confidence on both sides.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182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Graduate to Shared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proven, move to 50/50 investment. Align incentives for scaling.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233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7160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Across Squads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389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built in one squad compounds. Extend AI-enabled delivery to Squads 1 and 3.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Uplift Models</dc:title>
  <dc:subject>PptxGenJS Presentation</dc:subject>
  <dc:creator>Troy Outtram</dc:creator>
  <cp:lastModifiedBy>Troy Outtram</cp:lastModifiedBy>
  <cp:revision>1</cp:revision>
  <dcterms:created xsi:type="dcterms:W3CDTF">2026-02-25T20:59:38Z</dcterms:created>
  <dcterms:modified xsi:type="dcterms:W3CDTF">2026-02-25T20:59:38Z</dcterms:modified>
</cp:coreProperties>
</file>