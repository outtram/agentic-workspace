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Super Fund MarTech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Multi-Channel Digital Ecosystem - Future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MarTech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Channel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002536" cy="41148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Public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8" y="960120"/>
            <a:ext cx="2002536" cy="41148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Member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8576" y="960120"/>
            <a:ext cx="2002536" cy="41148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4264" y="960120"/>
            <a:ext cx="2002536" cy="41148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463040"/>
            <a:ext cx="0" cy="109728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1600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API Layer</a:t>
            </a:r>
          </a:p>
        </p:txBody>
      </p:sp>
      <p:sp>
        <p:nvSpPr>
          <p:cNvPr id="10" name="Hexagon 9"/>
          <p:cNvSpPr/>
          <p:nvPr/>
        </p:nvSpPr>
        <p:spPr>
          <a:xfrm>
            <a:off x="457200" y="1874519"/>
            <a:ext cx="8229600" cy="365760"/>
          </a:xfrm>
          <a:prstGeom prst="hexagon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2331720"/>
            <a:ext cx="0" cy="109728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246887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MarTech Services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Member</a:t>
            </a:r>
          </a:p>
          <a:p>
            <a:r>
              <a:t>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0992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Content</a:t>
            </a:r>
          </a:p>
          <a:p>
            <a:r>
              <a:t>Mgmt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24784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Campaign</a:t>
            </a:r>
          </a:p>
          <a:p>
            <a:r>
              <a:t>Mgmt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8576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Marketing</a:t>
            </a:r>
          </a:p>
          <a:p>
            <a:r>
              <a:t>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2368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6160" y="2743199"/>
            <a:ext cx="1310640" cy="36576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Personalization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200399"/>
            <a:ext cx="0" cy="109728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33755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Data Platform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79"/>
            <a:ext cx="2002536" cy="347472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Member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32888" y="3611879"/>
            <a:ext cx="2002536" cy="347472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Marketing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3611879"/>
            <a:ext cx="2002536" cy="347472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r>
              <a:t>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4264" y="3611879"/>
            <a:ext cx="2002536" cy="347472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CDP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69696"/>
                </a:solidFill>
              </a:defRPr>
            </a:pPr>
            <a:r>
              <a:t>v1.2 | Teal Services | Consistent Margins | Full-Width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MarTech Architecture - Integration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Channels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002536" cy="32004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8" y="914400"/>
            <a:ext cx="2002536" cy="32004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08576" y="914400"/>
            <a:ext cx="2002536" cy="32004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4264" y="914400"/>
            <a:ext cx="2002536" cy="320040"/>
          </a:xfrm>
          <a:prstGeom prst="roundRect">
            <a:avLst/>
          </a:prstGeom>
          <a:solidFill>
            <a:srgbClr val="FF8C0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Android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280160"/>
            <a:ext cx="0" cy="914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Hexagon 8"/>
          <p:cNvSpPr/>
          <p:nvPr/>
        </p:nvSpPr>
        <p:spPr>
          <a:xfrm>
            <a:off x="457200" y="1417320"/>
            <a:ext cx="8229600" cy="320040"/>
          </a:xfrm>
          <a:prstGeom prst="hexagon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783080"/>
            <a:ext cx="0" cy="91439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1874519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Core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1587398" cy="32004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17750" y="2103120"/>
            <a:ext cx="1587398" cy="32004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8300" y="2103120"/>
            <a:ext cx="1587398" cy="32004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Campaign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38851" y="2103120"/>
            <a:ext cx="1587398" cy="32004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99401" y="2103120"/>
            <a:ext cx="1587398" cy="320040"/>
          </a:xfrm>
          <a:prstGeom prst="roundRect">
            <a:avLst/>
          </a:prstGeom>
          <a:solidFill>
            <a:srgbClr val="008080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Personalize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2468880"/>
            <a:ext cx="0" cy="9144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25603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t>Data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88920"/>
            <a:ext cx="2694432" cy="32004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Member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4784" y="2788920"/>
            <a:ext cx="2694432" cy="32004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Marketing 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2368" y="2788920"/>
            <a:ext cx="2694432" cy="320040"/>
          </a:xfrm>
          <a:prstGeom prst="roundRect">
            <a:avLst/>
          </a:prstGeom>
          <a:solidFill>
            <a:srgbClr val="107C10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CDP/Analytics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737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t>External</a:t>
            </a:r>
          </a:p>
          <a:p>
            <a:r>
              <a:t>Integrations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011680"/>
            <a:ext cx="1645920" cy="365760"/>
          </a:xfrm>
          <a:prstGeom prst="roundRect">
            <a:avLst/>
          </a:prstGeom>
          <a:solidFill>
            <a:srgbClr val="5C2D91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Email Service</a:t>
            </a:r>
          </a:p>
          <a:p>
            <a:r>
              <a:t>(SendGrid)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450592"/>
            <a:ext cx="1645920" cy="365760"/>
          </a:xfrm>
          <a:prstGeom prst="roundRect">
            <a:avLst/>
          </a:prstGeom>
          <a:solidFill>
            <a:srgbClr val="5C2D91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CRM</a:t>
            </a:r>
          </a:p>
          <a:p>
            <a:r>
              <a:t>(Salesforce)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889504"/>
            <a:ext cx="1645920" cy="365760"/>
          </a:xfrm>
          <a:prstGeom prst="roundRect">
            <a:avLst/>
          </a:prstGeom>
          <a:solidFill>
            <a:srgbClr val="5C2D91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Social Media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95160" y="2194560"/>
            <a:ext cx="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95160" y="2633472"/>
            <a:ext cx="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5160" y="3072384"/>
            <a:ext cx="0" cy="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969696"/>
                </a:solidFill>
              </a:defRPr>
            </a:pPr>
            <a:r>
              <a:t>Super Fund MarTech Ecosystem | Future State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