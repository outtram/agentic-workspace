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Multi-Channel Digital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Future State Architecture - Test Diagram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Channel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988819" cy="45720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7460" y="1051560"/>
            <a:ext cx="1988819" cy="45720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051560"/>
            <a:ext cx="1988819" cy="45720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7979" y="1051560"/>
            <a:ext cx="1988819" cy="45720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Admin Portal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645919"/>
            <a:ext cx="0" cy="1371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82879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API Layer</a:t>
            </a:r>
          </a:p>
        </p:txBody>
      </p:sp>
      <p:sp>
        <p:nvSpPr>
          <p:cNvPr id="10" name="Hexagon 9"/>
          <p:cNvSpPr/>
          <p:nvPr/>
        </p:nvSpPr>
        <p:spPr>
          <a:xfrm>
            <a:off x="457200" y="2103120"/>
            <a:ext cx="8229600" cy="457200"/>
          </a:xfrm>
          <a:prstGeom prst="hexagon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697479"/>
            <a:ext cx="0" cy="1371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880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Services Layer (Teal - v1.2)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79"/>
            <a:ext cx="1572768" cy="41148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3154679"/>
            <a:ext cx="1572768" cy="41148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User Mgmt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6" y="3154679"/>
            <a:ext cx="1572768" cy="41148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3154679"/>
            <a:ext cx="1572768" cy="41148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3154679"/>
            <a:ext cx="1572768" cy="41148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703320"/>
            <a:ext cx="0" cy="1371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886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Data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1988819" cy="36576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User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7460" y="4160520"/>
            <a:ext cx="1988819" cy="36576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Content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160520"/>
            <a:ext cx="1988819" cy="36576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Analytics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7979" y="4160520"/>
            <a:ext cx="1988819" cy="36576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v1.2 Features: Teal Services | 0.5" Margins | 9" Content Width | Full-Width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